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7" r:id="rId3"/>
    <p:sldId id="259" r:id="rId5"/>
    <p:sldId id="263" r:id="rId6"/>
    <p:sldId id="265" r:id="rId7"/>
    <p:sldId id="268" r:id="rId8"/>
    <p:sldId id="270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听风者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55.xml"/><Relationship Id="rId21" Type="http://schemas.openxmlformats.org/officeDocument/2006/relationships/tags" Target="../tags/tag54.xml"/><Relationship Id="rId20" Type="http://schemas.openxmlformats.org/officeDocument/2006/relationships/tags" Target="../tags/tag53.xml"/><Relationship Id="rId2" Type="http://schemas.openxmlformats.org/officeDocument/2006/relationships/tags" Target="../tags/tag35.xml"/><Relationship Id="rId19" Type="http://schemas.openxmlformats.org/officeDocument/2006/relationships/tags" Target="../tags/tag52.xml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59.xml"/><Relationship Id="rId4" Type="http://schemas.openxmlformats.org/officeDocument/2006/relationships/image" Target="../media/image2.png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4.xml"/><Relationship Id="rId5" Type="http://schemas.openxmlformats.org/officeDocument/2006/relationships/image" Target="../media/image3.png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12" name="Freeform 5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6019799" y="1156229"/>
            <a:ext cx="469366" cy="452840"/>
          </a:xfrm>
          <a:custGeom>
            <a:avLst/>
            <a:gdLst>
              <a:gd name="T0" fmla="*/ 54 w 135"/>
              <a:gd name="T1" fmla="*/ 130 h 130"/>
              <a:gd name="T2" fmla="*/ 0 w 135"/>
              <a:gd name="T3" fmla="*/ 130 h 130"/>
              <a:gd name="T4" fmla="*/ 0 w 135"/>
              <a:gd name="T5" fmla="*/ 76 h 130"/>
              <a:gd name="T6" fmla="*/ 14 w 135"/>
              <a:gd name="T7" fmla="*/ 21 h 130"/>
              <a:gd name="T8" fmla="*/ 54 w 135"/>
              <a:gd name="T9" fmla="*/ 0 h 130"/>
              <a:gd name="T10" fmla="*/ 54 w 135"/>
              <a:gd name="T11" fmla="*/ 26 h 130"/>
              <a:gd name="T12" fmla="*/ 27 w 135"/>
              <a:gd name="T13" fmla="*/ 76 h 130"/>
              <a:gd name="T14" fmla="*/ 54 w 135"/>
              <a:gd name="T15" fmla="*/ 76 h 130"/>
              <a:gd name="T16" fmla="*/ 54 w 135"/>
              <a:gd name="T17" fmla="*/ 130 h 130"/>
              <a:gd name="T18" fmla="*/ 135 w 135"/>
              <a:gd name="T19" fmla="*/ 130 h 130"/>
              <a:gd name="T20" fmla="*/ 81 w 135"/>
              <a:gd name="T21" fmla="*/ 130 h 130"/>
              <a:gd name="T22" fmla="*/ 81 w 135"/>
              <a:gd name="T23" fmla="*/ 76 h 130"/>
              <a:gd name="T24" fmla="*/ 95 w 135"/>
              <a:gd name="T25" fmla="*/ 21 h 130"/>
              <a:gd name="T26" fmla="*/ 135 w 135"/>
              <a:gd name="T27" fmla="*/ 0 h 130"/>
              <a:gd name="T28" fmla="*/ 135 w 135"/>
              <a:gd name="T29" fmla="*/ 26 h 130"/>
              <a:gd name="T30" fmla="*/ 109 w 135"/>
              <a:gd name="T31" fmla="*/ 76 h 130"/>
              <a:gd name="T32" fmla="*/ 135 w 135"/>
              <a:gd name="T33" fmla="*/ 76 h 130"/>
              <a:gd name="T34" fmla="*/ 135 w 135"/>
              <a:gd name="T35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5" h="130">
                <a:moveTo>
                  <a:pt x="54" y="130"/>
                </a:moveTo>
                <a:cubicBezTo>
                  <a:pt x="0" y="130"/>
                  <a:pt x="0" y="130"/>
                  <a:pt x="0" y="130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53"/>
                  <a:pt x="5" y="35"/>
                  <a:pt x="14" y="21"/>
                </a:cubicBezTo>
                <a:cubicBezTo>
                  <a:pt x="23" y="7"/>
                  <a:pt x="36" y="0"/>
                  <a:pt x="54" y="0"/>
                </a:cubicBezTo>
                <a:cubicBezTo>
                  <a:pt x="54" y="26"/>
                  <a:pt x="54" y="26"/>
                  <a:pt x="54" y="26"/>
                </a:cubicBezTo>
                <a:cubicBezTo>
                  <a:pt x="36" y="26"/>
                  <a:pt x="27" y="43"/>
                  <a:pt x="27" y="76"/>
                </a:cubicBezTo>
                <a:cubicBezTo>
                  <a:pt x="54" y="76"/>
                  <a:pt x="54" y="76"/>
                  <a:pt x="54" y="76"/>
                </a:cubicBezTo>
                <a:lnTo>
                  <a:pt x="54" y="130"/>
                </a:lnTo>
                <a:close/>
                <a:moveTo>
                  <a:pt x="135" y="130"/>
                </a:moveTo>
                <a:cubicBezTo>
                  <a:pt x="81" y="130"/>
                  <a:pt x="81" y="130"/>
                  <a:pt x="81" y="130"/>
                </a:cubicBezTo>
                <a:cubicBezTo>
                  <a:pt x="81" y="76"/>
                  <a:pt x="81" y="76"/>
                  <a:pt x="81" y="76"/>
                </a:cubicBezTo>
                <a:cubicBezTo>
                  <a:pt x="81" y="53"/>
                  <a:pt x="86" y="35"/>
                  <a:pt x="95" y="21"/>
                </a:cubicBezTo>
                <a:cubicBezTo>
                  <a:pt x="104" y="7"/>
                  <a:pt x="117" y="0"/>
                  <a:pt x="135" y="0"/>
                </a:cubicBezTo>
                <a:cubicBezTo>
                  <a:pt x="135" y="26"/>
                  <a:pt x="135" y="26"/>
                  <a:pt x="135" y="26"/>
                </a:cubicBezTo>
                <a:cubicBezTo>
                  <a:pt x="118" y="26"/>
                  <a:pt x="109" y="43"/>
                  <a:pt x="109" y="76"/>
                </a:cubicBezTo>
                <a:cubicBezTo>
                  <a:pt x="135" y="76"/>
                  <a:pt x="135" y="76"/>
                  <a:pt x="135" y="76"/>
                </a:cubicBezTo>
                <a:lnTo>
                  <a:pt x="135" y="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schemeClr val="tx1">
                <a:lumMod val="95000"/>
                <a:lumOff val="5000"/>
                <a:alpha val="7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3" name="Freeform 5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 rot="10800000">
            <a:off x="6045200" y="4776639"/>
            <a:ext cx="469366" cy="452840"/>
          </a:xfrm>
          <a:custGeom>
            <a:avLst/>
            <a:gdLst>
              <a:gd name="T0" fmla="*/ 54 w 135"/>
              <a:gd name="T1" fmla="*/ 130 h 130"/>
              <a:gd name="T2" fmla="*/ 0 w 135"/>
              <a:gd name="T3" fmla="*/ 130 h 130"/>
              <a:gd name="T4" fmla="*/ 0 w 135"/>
              <a:gd name="T5" fmla="*/ 76 h 130"/>
              <a:gd name="T6" fmla="*/ 14 w 135"/>
              <a:gd name="T7" fmla="*/ 21 h 130"/>
              <a:gd name="T8" fmla="*/ 54 w 135"/>
              <a:gd name="T9" fmla="*/ 0 h 130"/>
              <a:gd name="T10" fmla="*/ 54 w 135"/>
              <a:gd name="T11" fmla="*/ 26 h 130"/>
              <a:gd name="T12" fmla="*/ 27 w 135"/>
              <a:gd name="T13" fmla="*/ 76 h 130"/>
              <a:gd name="T14" fmla="*/ 54 w 135"/>
              <a:gd name="T15" fmla="*/ 76 h 130"/>
              <a:gd name="T16" fmla="*/ 54 w 135"/>
              <a:gd name="T17" fmla="*/ 130 h 130"/>
              <a:gd name="T18" fmla="*/ 135 w 135"/>
              <a:gd name="T19" fmla="*/ 130 h 130"/>
              <a:gd name="T20" fmla="*/ 81 w 135"/>
              <a:gd name="T21" fmla="*/ 130 h 130"/>
              <a:gd name="T22" fmla="*/ 81 w 135"/>
              <a:gd name="T23" fmla="*/ 76 h 130"/>
              <a:gd name="T24" fmla="*/ 95 w 135"/>
              <a:gd name="T25" fmla="*/ 21 h 130"/>
              <a:gd name="T26" fmla="*/ 135 w 135"/>
              <a:gd name="T27" fmla="*/ 0 h 130"/>
              <a:gd name="T28" fmla="*/ 135 w 135"/>
              <a:gd name="T29" fmla="*/ 26 h 130"/>
              <a:gd name="T30" fmla="*/ 109 w 135"/>
              <a:gd name="T31" fmla="*/ 76 h 130"/>
              <a:gd name="T32" fmla="*/ 135 w 135"/>
              <a:gd name="T33" fmla="*/ 76 h 130"/>
              <a:gd name="T34" fmla="*/ 135 w 135"/>
              <a:gd name="T35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5" h="130">
                <a:moveTo>
                  <a:pt x="54" y="130"/>
                </a:moveTo>
                <a:cubicBezTo>
                  <a:pt x="0" y="130"/>
                  <a:pt x="0" y="130"/>
                  <a:pt x="0" y="130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53"/>
                  <a:pt x="5" y="35"/>
                  <a:pt x="14" y="21"/>
                </a:cubicBezTo>
                <a:cubicBezTo>
                  <a:pt x="23" y="7"/>
                  <a:pt x="36" y="0"/>
                  <a:pt x="54" y="0"/>
                </a:cubicBezTo>
                <a:cubicBezTo>
                  <a:pt x="54" y="26"/>
                  <a:pt x="54" y="26"/>
                  <a:pt x="54" y="26"/>
                </a:cubicBezTo>
                <a:cubicBezTo>
                  <a:pt x="36" y="26"/>
                  <a:pt x="27" y="43"/>
                  <a:pt x="27" y="76"/>
                </a:cubicBezTo>
                <a:cubicBezTo>
                  <a:pt x="54" y="76"/>
                  <a:pt x="54" y="76"/>
                  <a:pt x="54" y="76"/>
                </a:cubicBezTo>
                <a:lnTo>
                  <a:pt x="54" y="130"/>
                </a:lnTo>
                <a:close/>
                <a:moveTo>
                  <a:pt x="135" y="130"/>
                </a:moveTo>
                <a:cubicBezTo>
                  <a:pt x="81" y="130"/>
                  <a:pt x="81" y="130"/>
                  <a:pt x="81" y="130"/>
                </a:cubicBezTo>
                <a:cubicBezTo>
                  <a:pt x="81" y="76"/>
                  <a:pt x="81" y="76"/>
                  <a:pt x="81" y="76"/>
                </a:cubicBezTo>
                <a:cubicBezTo>
                  <a:pt x="81" y="53"/>
                  <a:pt x="86" y="35"/>
                  <a:pt x="95" y="21"/>
                </a:cubicBezTo>
                <a:cubicBezTo>
                  <a:pt x="104" y="7"/>
                  <a:pt x="117" y="0"/>
                  <a:pt x="135" y="0"/>
                </a:cubicBezTo>
                <a:cubicBezTo>
                  <a:pt x="135" y="26"/>
                  <a:pt x="135" y="26"/>
                  <a:pt x="135" y="26"/>
                </a:cubicBezTo>
                <a:cubicBezTo>
                  <a:pt x="118" y="26"/>
                  <a:pt x="109" y="43"/>
                  <a:pt x="109" y="76"/>
                </a:cubicBezTo>
                <a:cubicBezTo>
                  <a:pt x="135" y="76"/>
                  <a:pt x="135" y="76"/>
                  <a:pt x="135" y="76"/>
                </a:cubicBezTo>
                <a:lnTo>
                  <a:pt x="135" y="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schemeClr val="tx1">
                <a:lumMod val="95000"/>
                <a:lumOff val="5000"/>
                <a:alpha val="7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1210" y="1725295"/>
            <a:ext cx="11041380" cy="268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600" b="1">
                <a:solidFill>
                  <a:schemeClr val="bg1"/>
                </a:solidFill>
              </a:rPr>
              <a:t>风语者</a:t>
            </a:r>
            <a:r>
              <a:rPr lang="en-US" altLang="zh-CN" sz="3600" b="1">
                <a:solidFill>
                  <a:schemeClr val="bg1"/>
                </a:solidFill>
              </a:rPr>
              <a:t> </a:t>
            </a:r>
            <a:endParaRPr lang="en-US" altLang="zh-CN" sz="3600" b="1">
              <a:solidFill>
                <a:schemeClr val="bg1"/>
              </a:solidFill>
            </a:endParaRPr>
          </a:p>
          <a:p>
            <a:endParaRPr lang="en-US" altLang="zh-CN"/>
          </a:p>
          <a:p>
            <a:endParaRPr lang="en-US" altLang="zh-CN"/>
          </a:p>
          <a:p>
            <a:pPr algn="ctr"/>
            <a:endParaRPr lang="zh-CN" altLang="en-US" b="1">
              <a:solidFill>
                <a:schemeClr val="bg1"/>
              </a:solidFill>
            </a:endParaRPr>
          </a:p>
          <a:p>
            <a:pPr algn="ctr"/>
            <a:endParaRPr lang="zh-CN" altLang="en-US" b="1">
              <a:solidFill>
                <a:schemeClr val="bg1"/>
              </a:solidFill>
            </a:endParaRPr>
          </a:p>
          <a:p>
            <a:pPr algn="ctr"/>
            <a:endParaRPr lang="zh-CN" altLang="en-US" b="1">
              <a:solidFill>
                <a:schemeClr val="bg1"/>
              </a:solidFill>
            </a:endParaRPr>
          </a:p>
          <a:p>
            <a:pPr algn="ctr"/>
            <a:endParaRPr lang="zh-CN" altLang="en-US" b="1">
              <a:solidFill>
                <a:schemeClr val="bg1"/>
              </a:solidFill>
            </a:endParaRPr>
          </a:p>
          <a:p>
            <a:pPr algn="ctr"/>
            <a:r>
              <a:rPr lang="zh-CN" altLang="en-US" b="1">
                <a:solidFill>
                  <a:schemeClr val="bg1"/>
                </a:solidFill>
              </a:rPr>
              <a:t>风机专家知识库与智能资产管理平台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1" name="Title 6"/>
          <p:cNvSpPr txBox="1"/>
          <p:nvPr>
            <p:custDataLst>
              <p:tags r:id="rId6"/>
            </p:custDataLst>
          </p:nvPr>
        </p:nvSpPr>
        <p:spPr>
          <a:xfrm>
            <a:off x="1219162" y="1981968"/>
            <a:ext cx="9753676" cy="2437752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704020202020204" pitchFamily="34" charset="0"/>
              <a:buChar char="○"/>
            </a:pPr>
            <a:r>
              <a:rPr lang="zh-CN" altLang="en-US" spc="10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核心理念: 将专家的每一次判断，都转化为可追溯、可分析、可查询的数字资产。</a:t>
            </a:r>
            <a:endParaRPr lang="zh-CN" altLang="en-US" spc="10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704020202020204" pitchFamily="34" charset="0"/>
              <a:buChar char="○"/>
            </a:pPr>
            <a:r>
              <a:rPr lang="zh-CN" altLang="en-US" spc="10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一句话概括: 一个由专家亲自打造、为团队赋能的“活”的知识库与管理驾驶舱。</a:t>
            </a:r>
            <a:endParaRPr lang="zh-CN" altLang="en-US" spc="10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  <a:p>
            <a:pPr marL="3556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704020202020204" pitchFamily="34" charset="0"/>
              <a:buNone/>
            </a:pPr>
            <a:endParaRPr lang="zh-CN" altLang="en-US" spc="10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任意多边形: 形状 4"/>
          <p:cNvSpPr/>
          <p:nvPr>
            <p:custDataLst>
              <p:tags r:id="rId1"/>
            </p:custDataLst>
          </p:nvPr>
        </p:nvSpPr>
        <p:spPr>
          <a:xfrm>
            <a:off x="6609386" y="-1"/>
            <a:ext cx="3416259" cy="6858002"/>
          </a:xfrm>
          <a:custGeom>
            <a:avLst/>
            <a:gdLst>
              <a:gd name="connsiteX0" fmla="*/ 3012597 w 3416259"/>
              <a:gd name="connsiteY0" fmla="*/ 0 h 6858002"/>
              <a:gd name="connsiteX1" fmla="*/ 3416259 w 3416259"/>
              <a:gd name="connsiteY1" fmla="*/ 0 h 6858002"/>
              <a:gd name="connsiteX2" fmla="*/ 403662 w 3416259"/>
              <a:gd name="connsiteY2" fmla="*/ 6858002 h 6858002"/>
              <a:gd name="connsiteX3" fmla="*/ 0 w 3416259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6259" h="6858002">
                <a:moveTo>
                  <a:pt x="3012597" y="0"/>
                </a:moveTo>
                <a:lnTo>
                  <a:pt x="3416259" y="0"/>
                </a:lnTo>
                <a:lnTo>
                  <a:pt x="403662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lt1"/>
              </a:solidFill>
              <a:latin typeface="微软雅黑" charset="-122"/>
              <a:ea typeface="微软雅黑" charset="-122"/>
              <a:sym typeface="Arial" panose="020B0704020202020204" pitchFamily="34" charset="0"/>
            </a:endParaRPr>
          </a:p>
        </p:txBody>
      </p:sp>
      <p:sp>
        <p:nvSpPr>
          <p:cNvPr id="6" name="任意多边形: 形状 5"/>
          <p:cNvSpPr/>
          <p:nvPr>
            <p:custDataLst>
              <p:tags r:id="rId2"/>
            </p:custDataLst>
          </p:nvPr>
        </p:nvSpPr>
        <p:spPr>
          <a:xfrm>
            <a:off x="7203062" y="-1"/>
            <a:ext cx="4989538" cy="6858002"/>
          </a:xfrm>
          <a:custGeom>
            <a:avLst/>
            <a:gdLst>
              <a:gd name="connsiteX0" fmla="*/ 3006417 w 4989538"/>
              <a:gd name="connsiteY0" fmla="*/ 0 h 6858002"/>
              <a:gd name="connsiteX1" fmla="*/ 4989538 w 4989538"/>
              <a:gd name="connsiteY1" fmla="*/ 0 h 6858002"/>
              <a:gd name="connsiteX2" fmla="*/ 4989538 w 4989538"/>
              <a:gd name="connsiteY2" fmla="*/ 2584276 h 6858002"/>
              <a:gd name="connsiteX3" fmla="*/ 3116018 w 4989538"/>
              <a:gd name="connsiteY3" fmla="*/ 6858002 h 6858002"/>
              <a:gd name="connsiteX4" fmla="*/ 0 w 4989538"/>
              <a:gd name="connsiteY4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9538" h="6858002">
                <a:moveTo>
                  <a:pt x="3006417" y="0"/>
                </a:moveTo>
                <a:lnTo>
                  <a:pt x="4989538" y="0"/>
                </a:lnTo>
                <a:lnTo>
                  <a:pt x="4989538" y="2584276"/>
                </a:lnTo>
                <a:lnTo>
                  <a:pt x="3116018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lt1"/>
              </a:solidFill>
              <a:latin typeface="微软雅黑" charset="-122"/>
              <a:ea typeface="微软雅黑" charset="-122"/>
              <a:sym typeface="Arial" panose="020B07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0" y="1828800"/>
            <a:ext cx="12192000" cy="4419709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63500" algn="ctr" rotWithShape="0">
              <a:schemeClr val="dk1">
                <a:lumMod val="95000"/>
                <a:lumOff val="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lt1"/>
              </a:solidFill>
              <a:latin typeface="微软雅黑" charset="-122"/>
              <a:ea typeface="微软雅黑" charset="-122"/>
              <a:sym typeface="Arial" panose="020B07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914362" y="762000"/>
            <a:ext cx="7924800" cy="7620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lnSpcReduction="1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400" b="1" spc="280">
                <a:solidFill>
                  <a:schemeClr val="accent1"/>
                </a:solidFill>
                <a:uFillTx/>
                <a:latin typeface="微软雅黑" charset="-122"/>
                <a:ea typeface="微软雅黑" charset="-122"/>
              </a:rPr>
              <a:t>知识管理的“</a:t>
            </a:r>
            <a:r>
              <a:rPr lang="zh-CN" altLang="en-US" sz="4400" b="1" spc="280">
                <a:solidFill>
                  <a:schemeClr val="accent1"/>
                </a:solidFill>
                <a:uFillTx/>
                <a:latin typeface="微软雅黑" charset="-122"/>
                <a:ea typeface="微软雅黑" charset="-122"/>
              </a:rPr>
              <a:t>三大痛点”</a:t>
            </a:r>
            <a:endParaRPr lang="zh-CN" altLang="en-US" sz="4400" b="1" spc="280">
              <a:solidFill>
                <a:schemeClr val="accent1"/>
              </a:solidFill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32" name="圆角矩形 24"/>
          <p:cNvSpPr/>
          <p:nvPr>
            <p:custDataLst>
              <p:tags r:id="rId5"/>
            </p:custDataLst>
          </p:nvPr>
        </p:nvSpPr>
        <p:spPr>
          <a:xfrm>
            <a:off x="1284864" y="2286000"/>
            <a:ext cx="2124914" cy="3505957"/>
          </a:xfrm>
          <a:prstGeom prst="roundRect">
            <a:avLst/>
          </a:prstGeom>
          <a:ln>
            <a:noFill/>
          </a:ln>
          <a:effectLst>
            <a:outerShdw blurRad="292100" dist="114300" dir="9000000" sx="102000" sy="102000" algn="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458534" y="3007894"/>
            <a:ext cx="1778329" cy="2613699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900" b="1" spc="110">
                <a:solidFill>
                  <a:schemeClr val="tx1"/>
                </a:solidFill>
                <a:uFillTx/>
                <a:latin typeface="Arial" panose="020B0704020202020204" pitchFamily="34" charset="0"/>
                <a:ea typeface="微软雅黑" charset="-122"/>
              </a:rPr>
              <a:t>知识孤岛化:</a:t>
            </a:r>
            <a:r>
              <a:rPr lang="zh-CN" altLang="en-US" sz="1900" spc="110">
                <a:solidFill>
                  <a:schemeClr val="tx1"/>
                </a:solidFill>
                <a:uFillTx/>
                <a:latin typeface="Arial" panose="020B0704020202020204" pitchFamily="34" charset="0"/>
                <a:ea typeface="微软雅黑" charset="-122"/>
              </a:rPr>
              <a:t> </a:t>
            </a:r>
            <a:r>
              <a:rPr lang="zh-CN" altLang="en-US" sz="1900" spc="110">
                <a:solidFill>
                  <a:schemeClr val="lt1"/>
                </a:solidFill>
                <a:uFillTx/>
                <a:latin typeface="Arial" panose="020B0704020202020204" pitchFamily="34" charset="0"/>
                <a:ea typeface="微软雅黑" charset="-122"/>
              </a:rPr>
              <a:t>关键经验和判断，过度依赖专家个人记忆，难以传承和共享。</a:t>
            </a:r>
            <a:endParaRPr lang="zh-CN" altLang="en-US" sz="1900" spc="110">
              <a:solidFill>
                <a:schemeClr val="lt1"/>
              </a:solidFill>
              <a:uFillTx/>
              <a:latin typeface="Arial" panose="020B0704020202020204" pitchFamily="34" charset="0"/>
              <a:ea typeface="微软雅黑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7"/>
            </p:custDataLst>
          </p:nvPr>
        </p:nvSpPr>
        <p:spPr>
          <a:xfrm>
            <a:off x="1407833" y="2541777"/>
            <a:ext cx="542580" cy="330694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p>
            <a:pPr algn="ctr"/>
            <a:r>
              <a:rPr lang="en-US" altLang="zh-CN" sz="1600" b="1">
                <a:solidFill>
                  <a:schemeClr val="lt1"/>
                </a:solidFill>
              </a:rPr>
              <a:t>01</a:t>
            </a:r>
            <a:endParaRPr lang="en-US" altLang="zh-CN" sz="1600" b="1">
              <a:solidFill>
                <a:schemeClr val="lt1"/>
              </a:solidFill>
            </a:endParaRPr>
          </a:p>
        </p:txBody>
      </p:sp>
      <p:sp>
        <p:nvSpPr>
          <p:cNvPr id="45" name="椭圆 44"/>
          <p:cNvSpPr/>
          <p:nvPr>
            <p:custDataLst>
              <p:tags r:id="rId8"/>
            </p:custDataLst>
          </p:nvPr>
        </p:nvSpPr>
        <p:spPr>
          <a:xfrm>
            <a:off x="3027247" y="2483508"/>
            <a:ext cx="211129" cy="211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圆角矩形 59"/>
          <p:cNvSpPr/>
          <p:nvPr>
            <p:custDataLst>
              <p:tags r:id="rId9"/>
            </p:custDataLst>
          </p:nvPr>
        </p:nvSpPr>
        <p:spPr>
          <a:xfrm>
            <a:off x="4768233" y="2286000"/>
            <a:ext cx="2124914" cy="350595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92100" dist="114300" dir="9000000" sx="102000" sy="102000" algn="l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10"/>
            </p:custDataLst>
          </p:nvPr>
        </p:nvSpPr>
        <p:spPr>
          <a:xfrm>
            <a:off x="4941903" y="3007894"/>
            <a:ext cx="1778329" cy="2613699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900" b="1" spc="150">
                <a:solidFill>
                  <a:schemeClr val="tx1"/>
                </a:solidFill>
                <a:uFillTx/>
                <a:latin typeface="Arial" panose="020B0704020202020204" pitchFamily="34" charset="0"/>
                <a:ea typeface="微软雅黑" charset="-122"/>
              </a:rPr>
              <a:t>信息检索低效:</a:t>
            </a:r>
            <a:r>
              <a:rPr lang="zh-CN" altLang="en-US" sz="1900" b="1" spc="150">
                <a:solidFill>
                  <a:schemeClr val="bg1"/>
                </a:solidFill>
                <a:uFillTx/>
                <a:latin typeface="Arial" panose="020B0704020202020204" pitchFamily="34" charset="0"/>
                <a:ea typeface="微软雅黑" charset="-122"/>
              </a:rPr>
              <a:t> </a:t>
            </a:r>
            <a:r>
              <a:rPr lang="zh-CN" altLang="en-US" sz="1900" spc="150">
                <a:solidFill>
                  <a:schemeClr val="bg1"/>
                </a:solidFill>
                <a:uFillTx/>
                <a:latin typeface="Arial" panose="020B0704020202020204" pitchFamily="34" charset="0"/>
                <a:ea typeface="微软雅黑" charset="-122"/>
              </a:rPr>
              <a:t>查询一台风机的历史状态，如同大海捞针，耗时耗力。</a:t>
            </a:r>
            <a:endParaRPr lang="zh-CN" altLang="en-US" sz="1900" spc="150">
              <a:solidFill>
                <a:schemeClr val="bg1"/>
              </a:solidFill>
              <a:uFillTx/>
              <a:latin typeface="Arial" panose="020B0704020202020204" pitchFamily="34" charset="0"/>
              <a:ea typeface="微软雅黑" charset="-122"/>
            </a:endParaRPr>
          </a:p>
        </p:txBody>
      </p:sp>
      <p:sp>
        <p:nvSpPr>
          <p:cNvPr id="46" name="椭圆 45"/>
          <p:cNvSpPr/>
          <p:nvPr>
            <p:custDataLst>
              <p:tags r:id="rId11"/>
            </p:custDataLst>
          </p:nvPr>
        </p:nvSpPr>
        <p:spPr>
          <a:xfrm>
            <a:off x="6492455" y="2483508"/>
            <a:ext cx="211129" cy="211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12"/>
            </p:custDataLst>
          </p:nvPr>
        </p:nvSpPr>
        <p:spPr>
          <a:xfrm>
            <a:off x="4885905" y="2541777"/>
            <a:ext cx="542580" cy="330694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02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sp>
        <p:nvSpPr>
          <p:cNvPr id="37" name="圆角矩形 62"/>
          <p:cNvSpPr/>
          <p:nvPr>
            <p:custDataLst>
              <p:tags r:id="rId13"/>
            </p:custDataLst>
          </p:nvPr>
        </p:nvSpPr>
        <p:spPr>
          <a:xfrm>
            <a:off x="7988935" y="2286000"/>
            <a:ext cx="2124710" cy="350583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92100" dist="114300" dir="9000000" sx="102000" sy="102000" algn="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4"/>
            </p:custDataLst>
          </p:nvPr>
        </p:nvSpPr>
        <p:spPr>
          <a:xfrm>
            <a:off x="8162290" y="3007995"/>
            <a:ext cx="1778635" cy="261366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900" b="1" spc="110">
                <a:solidFill>
                  <a:schemeClr val="tx1"/>
                </a:solidFill>
                <a:uFillTx/>
                <a:latin typeface="Arial" panose="020B0704020202020204" pitchFamily="34" charset="0"/>
                <a:ea typeface="微软雅黑" charset="-122"/>
              </a:rPr>
              <a:t>缺乏宏观感知:</a:t>
            </a:r>
            <a:r>
              <a:rPr lang="zh-CN" altLang="en-US" sz="1900" spc="110">
                <a:solidFill>
                  <a:schemeClr val="lt1"/>
                </a:solidFill>
                <a:uFillTx/>
                <a:latin typeface="Arial" panose="020B0704020202020204" pitchFamily="34" charset="0"/>
                <a:ea typeface="微软雅黑" charset="-122"/>
              </a:rPr>
              <a:t> 无法快速了解所有</a:t>
            </a:r>
            <a:r>
              <a:rPr lang="zh-CN" altLang="en-US" sz="1900" spc="110">
                <a:solidFill>
                  <a:schemeClr val="lt1"/>
                </a:solidFill>
                <a:uFillTx/>
                <a:latin typeface="Arial" panose="020B0704020202020204" pitchFamily="34" charset="0"/>
                <a:ea typeface="微软雅黑" charset="-122"/>
              </a:rPr>
              <a:t>风机的健康状况，管理总是“被动响应”。</a:t>
            </a:r>
            <a:endParaRPr lang="zh-CN" altLang="en-US" sz="1900" spc="110">
              <a:solidFill>
                <a:schemeClr val="lt1"/>
              </a:solidFill>
              <a:uFillTx/>
              <a:latin typeface="Arial" panose="020B0704020202020204" pitchFamily="34" charset="0"/>
              <a:ea typeface="微软雅黑" charset="-122"/>
            </a:endParaRPr>
          </a:p>
        </p:txBody>
      </p:sp>
      <p:sp>
        <p:nvSpPr>
          <p:cNvPr id="47" name="椭圆 46"/>
          <p:cNvSpPr/>
          <p:nvPr>
            <p:custDataLst>
              <p:tags r:id="rId15"/>
            </p:custDataLst>
          </p:nvPr>
        </p:nvSpPr>
        <p:spPr>
          <a:xfrm>
            <a:off x="9710420" y="2483485"/>
            <a:ext cx="210820" cy="2108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8098790" y="2541905"/>
            <a:ext cx="542290" cy="330835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p>
            <a:pPr algn="ctr"/>
            <a:r>
              <a:rPr lang="en-US" altLang="zh-CN" sz="1600" b="1">
                <a:solidFill>
                  <a:schemeClr val="lt1"/>
                </a:solidFill>
              </a:rPr>
              <a:t>03</a:t>
            </a:r>
            <a:endParaRPr lang="en-US" altLang="zh-CN" sz="1600" b="1">
              <a:solidFill>
                <a:schemeClr val="lt1"/>
              </a:solidFill>
            </a:endParaRPr>
          </a:p>
        </p:txBody>
      </p:sp>
      <p:sp>
        <p:nvSpPr>
          <p:cNvPr id="48" name="椭圆 47"/>
          <p:cNvSpPr/>
          <p:nvPr>
            <p:custDataLst>
              <p:tags r:id="rId17"/>
            </p:custDataLst>
          </p:nvPr>
        </p:nvSpPr>
        <p:spPr>
          <a:xfrm>
            <a:off x="10484499" y="2483508"/>
            <a:ext cx="211129" cy="211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18"/>
            </p:custDataLst>
          </p:nvPr>
        </p:nvSpPr>
        <p:spPr>
          <a:xfrm>
            <a:off x="10625455" y="2541905"/>
            <a:ext cx="542290" cy="330835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04</a:t>
            </a:r>
            <a:endParaRPr lang="en-US" altLang="zh-CN" sz="1600" b="1">
              <a:solidFill>
                <a:schemeClr val="bg1"/>
              </a:solidFill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0" name="等腰三角形 9"/>
          <p:cNvSpPr/>
          <p:nvPr>
            <p:custDataLst>
              <p:tags r:id="rId2"/>
            </p:custDataLst>
          </p:nvPr>
        </p:nvSpPr>
        <p:spPr>
          <a:xfrm flipV="1">
            <a:off x="5778500" y="0"/>
            <a:ext cx="635005" cy="3810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  <a:sym typeface="Arial" panose="020B0704020202020204" pitchFamily="34" charset="0"/>
            </a:endParaRPr>
          </a:p>
        </p:txBody>
      </p:sp>
      <p:sp>
        <p:nvSpPr>
          <p:cNvPr id="11" name="等腰三角形 10"/>
          <p:cNvSpPr/>
          <p:nvPr>
            <p:custDataLst>
              <p:tags r:id="rId3"/>
            </p:custDataLst>
          </p:nvPr>
        </p:nvSpPr>
        <p:spPr>
          <a:xfrm>
            <a:off x="5778500" y="6477000"/>
            <a:ext cx="635005" cy="3810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  <a:sym typeface="Arial" panose="020B0704020202020204" pitchFamily="34" charset="0"/>
            </a:endParaRPr>
          </a:p>
        </p:txBody>
      </p:sp>
      <p:sp>
        <p:nvSpPr>
          <p:cNvPr id="13" name="菱形 12"/>
          <p:cNvSpPr/>
          <p:nvPr>
            <p:custDataLst>
              <p:tags r:id="rId4"/>
            </p:custDataLst>
          </p:nvPr>
        </p:nvSpPr>
        <p:spPr>
          <a:xfrm>
            <a:off x="4397823" y="1654655"/>
            <a:ext cx="3396343" cy="339634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  <a:sym typeface="Arial" panose="020B07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4724342" y="2286012"/>
            <a:ext cx="2743213" cy="1981073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800" b="1" spc="220"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sym typeface="+mn-ea"/>
              </a:rPr>
              <a:t>两大基石，保障平台价值</a:t>
            </a:r>
            <a:endParaRPr lang="zh-CN" altLang="en-US" sz="3800" b="1" spc="220">
              <a:solidFill>
                <a:schemeClr val="lt1"/>
              </a:solidFill>
              <a:uFillTx/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4" name="Title 6"/>
          <p:cNvSpPr txBox="1"/>
          <p:nvPr>
            <p:custDataLst>
              <p:tags r:id="rId6"/>
            </p:custDataLst>
          </p:nvPr>
        </p:nvSpPr>
        <p:spPr>
          <a:xfrm>
            <a:off x="609558" y="1798320"/>
            <a:ext cx="3505225" cy="326136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300" spc="16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专家为唯一信源</a:t>
            </a:r>
            <a:endParaRPr lang="zh-CN" altLang="en-US" sz="2300" spc="16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300" spc="16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描述: 系统内所有信息100%由专家录入和审核发布。确保每一条数据的绝对权威、准确、可信。</a:t>
            </a:r>
            <a:endParaRPr lang="zh-CN" altLang="en-US" sz="2300" spc="16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" name="Title 6"/>
          <p:cNvSpPr txBox="1"/>
          <p:nvPr>
            <p:custDataLst>
              <p:tags r:id="rId7"/>
            </p:custDataLst>
          </p:nvPr>
        </p:nvSpPr>
        <p:spPr>
          <a:xfrm>
            <a:off x="8077217" y="1798320"/>
            <a:ext cx="3505225" cy="326136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93700" lvl="0" indent="-3937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300" spc="15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双模驱动</a:t>
            </a:r>
            <a:endParaRPr lang="zh-CN" altLang="en-US" sz="2300" spc="15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marL="393700" lvl="0" indent="-3937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300" spc="15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描述: 结合结构化标签（如：正常、告警）与非结构化描述，既能宏观统计分析，又能深入细节查询。</a:t>
            </a:r>
            <a:endParaRPr lang="zh-CN" altLang="en-US" sz="2300" spc="15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3962354" cy="6858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609559" y="1219210"/>
            <a:ext cx="2743213" cy="2286013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pc="280"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sym typeface="+mn-ea"/>
              </a:rPr>
              <a:t>清晰的角色，高效的协同</a:t>
            </a:r>
            <a:endParaRPr lang="zh-CN" altLang="en-US" sz="4400" b="1" spc="280">
              <a:solidFill>
                <a:schemeClr val="lt1"/>
              </a:solidFill>
              <a:uFillTx/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1" name="矩形: 对角圆角 3"/>
          <p:cNvSpPr/>
          <p:nvPr>
            <p:custDataLst>
              <p:tags r:id="rId3"/>
            </p:custDataLst>
          </p:nvPr>
        </p:nvSpPr>
        <p:spPr>
          <a:xfrm>
            <a:off x="4586570" y="936436"/>
            <a:ext cx="3286645" cy="5000738"/>
          </a:xfrm>
          <a:prstGeom prst="round2DiagRect">
            <a:avLst/>
          </a:pr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4"/>
          <p:cNvSpPr/>
          <p:nvPr>
            <p:custDataLst>
              <p:tags r:id="rId4"/>
            </p:custDataLst>
          </p:nvPr>
        </p:nvSpPr>
        <p:spPr>
          <a:xfrm>
            <a:off x="4572000" y="921866"/>
            <a:ext cx="1244721" cy="698334"/>
          </a:xfrm>
          <a:custGeom>
            <a:avLst/>
            <a:gdLst>
              <a:gd name="connsiteX0" fmla="*/ 404267 w 918849"/>
              <a:gd name="connsiteY0" fmla="*/ 0 h 515266"/>
              <a:gd name="connsiteX1" fmla="*/ 918849 w 918849"/>
              <a:gd name="connsiteY1" fmla="*/ 0 h 515266"/>
              <a:gd name="connsiteX2" fmla="*/ 883786 w 918849"/>
              <a:gd name="connsiteY2" fmla="*/ 110570 h 515266"/>
              <a:gd name="connsiteX3" fmla="*/ 260077 w 918849"/>
              <a:gd name="connsiteY3" fmla="*/ 515266 h 515266"/>
              <a:gd name="connsiteX4" fmla="*/ 123658 w 918849"/>
              <a:gd name="connsiteY4" fmla="*/ 501804 h 515266"/>
              <a:gd name="connsiteX5" fmla="*/ 0 w 918849"/>
              <a:gd name="connsiteY5" fmla="*/ 464229 h 515266"/>
              <a:gd name="connsiteX6" fmla="*/ 0 w 918849"/>
              <a:gd name="connsiteY6" fmla="*/ 404267 h 515266"/>
              <a:gd name="connsiteX7" fmla="*/ 404267 w 918849"/>
              <a:gd name="connsiteY7" fmla="*/ 0 h 5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8849" h="515266">
                <a:moveTo>
                  <a:pt x="404267" y="0"/>
                </a:moveTo>
                <a:lnTo>
                  <a:pt x="918849" y="0"/>
                </a:lnTo>
                <a:lnTo>
                  <a:pt x="883786" y="110570"/>
                </a:lnTo>
                <a:cubicBezTo>
                  <a:pt x="781026" y="348393"/>
                  <a:pt x="540460" y="515266"/>
                  <a:pt x="260077" y="515266"/>
                </a:cubicBezTo>
                <a:cubicBezTo>
                  <a:pt x="213347" y="515266"/>
                  <a:pt x="167723" y="510631"/>
                  <a:pt x="123658" y="501804"/>
                </a:cubicBezTo>
                <a:lnTo>
                  <a:pt x="0" y="464229"/>
                </a:lnTo>
                <a:lnTo>
                  <a:pt x="0" y="404267"/>
                </a:lnTo>
                <a:cubicBezTo>
                  <a:pt x="0" y="180997"/>
                  <a:pt x="180997" y="0"/>
                  <a:pt x="404267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: 形状 5"/>
          <p:cNvSpPr/>
          <p:nvPr>
            <p:custDataLst>
              <p:tags r:id="rId5"/>
            </p:custDataLst>
          </p:nvPr>
        </p:nvSpPr>
        <p:spPr>
          <a:xfrm>
            <a:off x="4572000" y="921866"/>
            <a:ext cx="723312" cy="1252006"/>
          </a:xfrm>
          <a:custGeom>
            <a:avLst/>
            <a:gdLst>
              <a:gd name="connsiteX0" fmla="*/ 404267 w 533817"/>
              <a:gd name="connsiteY0" fmla="*/ 0 h 923780"/>
              <a:gd name="connsiteX1" fmla="*/ 470236 w 533817"/>
              <a:gd name="connsiteY1" fmla="*/ 0 h 923780"/>
              <a:gd name="connsiteX2" fmla="*/ 480623 w 533817"/>
              <a:gd name="connsiteY2" fmla="*/ 18732 h 923780"/>
              <a:gd name="connsiteX3" fmla="*/ 533817 w 533817"/>
              <a:gd name="connsiteY3" fmla="*/ 276652 h 923780"/>
              <a:gd name="connsiteX4" fmla="*/ 120395 w 533817"/>
              <a:gd name="connsiteY4" fmla="*/ 887197 h 923780"/>
              <a:gd name="connsiteX5" fmla="*/ 0 w 533817"/>
              <a:gd name="connsiteY5" fmla="*/ 923780 h 923780"/>
              <a:gd name="connsiteX6" fmla="*/ 0 w 533817"/>
              <a:gd name="connsiteY6" fmla="*/ 404267 h 923780"/>
              <a:gd name="connsiteX7" fmla="*/ 404267 w 533817"/>
              <a:gd name="connsiteY7" fmla="*/ 0 h 923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817" h="923780">
                <a:moveTo>
                  <a:pt x="404267" y="0"/>
                </a:moveTo>
                <a:lnTo>
                  <a:pt x="470236" y="0"/>
                </a:lnTo>
                <a:lnTo>
                  <a:pt x="480623" y="18732"/>
                </a:lnTo>
                <a:cubicBezTo>
                  <a:pt x="514876" y="98006"/>
                  <a:pt x="533817" y="185164"/>
                  <a:pt x="533817" y="276652"/>
                </a:cubicBezTo>
                <a:cubicBezTo>
                  <a:pt x="533817" y="551117"/>
                  <a:pt x="363346" y="786606"/>
                  <a:pt x="120395" y="887197"/>
                </a:cubicBezTo>
                <a:lnTo>
                  <a:pt x="0" y="923780"/>
                </a:lnTo>
                <a:lnTo>
                  <a:pt x="0" y="404267"/>
                </a:lnTo>
                <a:cubicBezTo>
                  <a:pt x="0" y="180997"/>
                  <a:pt x="180997" y="0"/>
                  <a:pt x="404267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Freeform 8"/>
          <p:cNvSpPr/>
          <p:nvPr>
            <p:custDataLst>
              <p:tags r:id="rId6"/>
            </p:custDataLst>
          </p:nvPr>
        </p:nvSpPr>
        <p:spPr>
          <a:xfrm>
            <a:off x="6628495" y="5238840"/>
            <a:ext cx="1244721" cy="698334"/>
          </a:xfrm>
          <a:custGeom>
            <a:avLst/>
            <a:gdLst>
              <a:gd name="connsiteX0" fmla="*/ 658775 w 918852"/>
              <a:gd name="connsiteY0" fmla="*/ 1 h 515266"/>
              <a:gd name="connsiteX1" fmla="*/ 795193 w 918852"/>
              <a:gd name="connsiteY1" fmla="*/ 13461 h 515266"/>
              <a:gd name="connsiteX2" fmla="*/ 918852 w 918852"/>
              <a:gd name="connsiteY2" fmla="*/ 51036 h 515266"/>
              <a:gd name="connsiteX3" fmla="*/ 918852 w 918852"/>
              <a:gd name="connsiteY3" fmla="*/ 111000 h 515266"/>
              <a:gd name="connsiteX4" fmla="*/ 514584 w 918852"/>
              <a:gd name="connsiteY4" fmla="*/ 515266 h 515266"/>
              <a:gd name="connsiteX5" fmla="*/ 0 w 918852"/>
              <a:gd name="connsiteY5" fmla="*/ 515266 h 515266"/>
              <a:gd name="connsiteX6" fmla="*/ 35064 w 918852"/>
              <a:gd name="connsiteY6" fmla="*/ 404696 h 515266"/>
              <a:gd name="connsiteX7" fmla="*/ 658775 w 918852"/>
              <a:gd name="connsiteY7" fmla="*/ 1 h 5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8852" h="515266">
                <a:moveTo>
                  <a:pt x="658775" y="1"/>
                </a:moveTo>
                <a:cubicBezTo>
                  <a:pt x="705503" y="-1"/>
                  <a:pt x="751128" y="4633"/>
                  <a:pt x="795193" y="13461"/>
                </a:cubicBezTo>
                <a:lnTo>
                  <a:pt x="918852" y="51036"/>
                </a:lnTo>
                <a:lnTo>
                  <a:pt x="918852" y="111000"/>
                </a:lnTo>
                <a:cubicBezTo>
                  <a:pt x="918850" y="334268"/>
                  <a:pt x="737852" y="515267"/>
                  <a:pt x="514584" y="515266"/>
                </a:cubicBezTo>
                <a:lnTo>
                  <a:pt x="0" y="515266"/>
                </a:lnTo>
                <a:lnTo>
                  <a:pt x="35064" y="404696"/>
                </a:lnTo>
                <a:cubicBezTo>
                  <a:pt x="137824" y="166873"/>
                  <a:pt x="378391" y="1"/>
                  <a:pt x="658775" y="1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Freeform 9"/>
          <p:cNvSpPr/>
          <p:nvPr>
            <p:custDataLst>
              <p:tags r:id="rId7"/>
            </p:custDataLst>
          </p:nvPr>
        </p:nvSpPr>
        <p:spPr>
          <a:xfrm>
            <a:off x="7149904" y="4685169"/>
            <a:ext cx="723312" cy="1252006"/>
          </a:xfrm>
          <a:custGeom>
            <a:avLst/>
            <a:gdLst>
              <a:gd name="connsiteX0" fmla="*/ 533816 w 533816"/>
              <a:gd name="connsiteY0" fmla="*/ 0 h 923781"/>
              <a:gd name="connsiteX1" fmla="*/ 533815 w 533816"/>
              <a:gd name="connsiteY1" fmla="*/ 519513 h 923781"/>
              <a:gd name="connsiteX2" fmla="*/ 129549 w 533816"/>
              <a:gd name="connsiteY2" fmla="*/ 923779 h 923781"/>
              <a:gd name="connsiteX3" fmla="*/ 63580 w 533816"/>
              <a:gd name="connsiteY3" fmla="*/ 923781 h 923781"/>
              <a:gd name="connsiteX4" fmla="*/ 53192 w 533816"/>
              <a:gd name="connsiteY4" fmla="*/ 905046 h 923781"/>
              <a:gd name="connsiteX5" fmla="*/ 1 w 533816"/>
              <a:gd name="connsiteY5" fmla="*/ 647126 h 923781"/>
              <a:gd name="connsiteX6" fmla="*/ 413419 w 533816"/>
              <a:gd name="connsiteY6" fmla="*/ 36583 h 923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816" h="923781">
                <a:moveTo>
                  <a:pt x="533816" y="0"/>
                </a:moveTo>
                <a:lnTo>
                  <a:pt x="533815" y="519513"/>
                </a:lnTo>
                <a:cubicBezTo>
                  <a:pt x="533816" y="742784"/>
                  <a:pt x="352820" y="923779"/>
                  <a:pt x="129549" y="923779"/>
                </a:cubicBezTo>
                <a:lnTo>
                  <a:pt x="63580" y="923781"/>
                </a:lnTo>
                <a:lnTo>
                  <a:pt x="53192" y="905046"/>
                </a:lnTo>
                <a:cubicBezTo>
                  <a:pt x="18941" y="825774"/>
                  <a:pt x="-1" y="738614"/>
                  <a:pt x="1" y="647126"/>
                </a:cubicBezTo>
                <a:cubicBezTo>
                  <a:pt x="0" y="372663"/>
                  <a:pt x="170472" y="137174"/>
                  <a:pt x="413419" y="36583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9" name="椭圆 98"/>
          <p:cNvSpPr/>
          <p:nvPr>
            <p:custDataLst>
              <p:tags r:id="rId8"/>
            </p:custDataLst>
          </p:nvPr>
        </p:nvSpPr>
        <p:spPr>
          <a:xfrm>
            <a:off x="5679343" y="1438071"/>
            <a:ext cx="1086529" cy="1086529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序号1" descr="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"/>
          <p:cNvSpPr txBox="1"/>
          <p:nvPr>
            <p:custDataLst>
              <p:tags r:id="rId9"/>
            </p:custDataLst>
          </p:nvPr>
        </p:nvSpPr>
        <p:spPr>
          <a:xfrm flipH="1">
            <a:off x="5686629" y="1536941"/>
            <a:ext cx="1135443" cy="8939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2800" b="1" spc="300" dirty="0">
                <a:solidFill>
                  <a:schemeClr val="lt1"/>
                </a:solidFill>
                <a:latin typeface="Arial" panose="020B0704020202020204" pitchFamily="34" charset="0"/>
                <a:ea typeface="微软雅黑" charset="-122"/>
                <a:cs typeface="Montserrat Black"/>
              </a:rPr>
              <a:t>01</a:t>
            </a:r>
            <a:endParaRPr lang="en-US" sz="2800" b="1" spc="300" dirty="0">
              <a:solidFill>
                <a:schemeClr val="lt1"/>
              </a:solidFill>
              <a:latin typeface="Arial" panose="020B0704020202020204" pitchFamily="34" charset="0"/>
              <a:ea typeface="微软雅黑" charset="-122"/>
              <a:cs typeface="Montserrat Black"/>
            </a:endParaRPr>
          </a:p>
        </p:txBody>
      </p:sp>
      <p:sp>
        <p:nvSpPr>
          <p:cNvPr id="101" name="TextBox 21"/>
          <p:cNvSpPr txBox="1"/>
          <p:nvPr>
            <p:custDataLst>
              <p:tags r:id="rId10"/>
            </p:custDataLst>
          </p:nvPr>
        </p:nvSpPr>
        <p:spPr>
          <a:xfrm flipH="1">
            <a:off x="4667748" y="3450855"/>
            <a:ext cx="3136779" cy="204816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solidFill>
                  <a:schemeClr val="lt1"/>
                </a:solidFill>
                <a:uFillTx/>
                <a:latin typeface="Arial" panose="020B0704020202020204" pitchFamily="34" charset="0"/>
                <a:ea typeface="微软雅黑" charset="-122"/>
              </a:rPr>
              <a:t>流程图: [输入信息] -&gt; [后台审核] -&gt; [一键发布]</a:t>
            </a:r>
            <a:endParaRPr lang="zh-CN" altLang="en-US" sz="2000" spc="120">
              <a:solidFill>
                <a:schemeClr val="lt1"/>
              </a:solidFill>
              <a:uFillTx/>
              <a:latin typeface="Arial" panose="020B0704020202020204" pitchFamily="34" charset="0"/>
              <a:ea typeface="微软雅黑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solidFill>
                  <a:schemeClr val="lt1"/>
                </a:solidFill>
                <a:uFillTx/>
                <a:latin typeface="Arial" panose="020B0704020202020204" pitchFamily="34" charset="0"/>
                <a:ea typeface="微软雅黑" charset="-122"/>
              </a:rPr>
              <a:t>核心职责: 注入知识，掌控质量。</a:t>
            </a:r>
            <a:endParaRPr lang="zh-CN" altLang="en-US" sz="2000" spc="120">
              <a:solidFill>
                <a:schemeClr val="lt1"/>
              </a:solidFill>
              <a:uFillTx/>
              <a:latin typeface="Arial" panose="020B0704020202020204" pitchFamily="34" charset="0"/>
              <a:ea typeface="微软雅黑" charset="-122"/>
            </a:endParaRPr>
          </a:p>
        </p:txBody>
      </p:sp>
      <p:sp>
        <p:nvSpPr>
          <p:cNvPr id="102" name="Rectangle 29"/>
          <p:cNvSpPr/>
          <p:nvPr>
            <p:custDataLst>
              <p:tags r:id="rId11"/>
            </p:custDataLst>
          </p:nvPr>
        </p:nvSpPr>
        <p:spPr>
          <a:xfrm flipH="1">
            <a:off x="4572000" y="2659896"/>
            <a:ext cx="3330356" cy="748289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300" b="1" spc="180">
                <a:solidFill>
                  <a:schemeClr val="lt1"/>
                </a:solidFill>
                <a:uFillTx/>
                <a:latin typeface="Arial" panose="020B0704020202020204" pitchFamily="34" charset="0"/>
                <a:ea typeface="微软雅黑" charset="-122"/>
              </a:rPr>
              <a:t>专家 (知识的创造者)</a:t>
            </a:r>
            <a:endParaRPr lang="zh-CN" altLang="en-US" sz="2300" b="1" spc="180">
              <a:solidFill>
                <a:schemeClr val="lt1"/>
              </a:solidFill>
              <a:uFillTx/>
              <a:latin typeface="Arial" panose="020B0704020202020204" pitchFamily="34" charset="0"/>
              <a:ea typeface="微软雅黑" charset="-122"/>
            </a:endParaRPr>
          </a:p>
        </p:txBody>
      </p:sp>
      <p:sp>
        <p:nvSpPr>
          <p:cNvPr id="110" name="矩形: 对角圆角 109"/>
          <p:cNvSpPr/>
          <p:nvPr>
            <p:custDataLst>
              <p:tags r:id="rId12"/>
            </p:custDataLst>
          </p:nvPr>
        </p:nvSpPr>
        <p:spPr>
          <a:xfrm>
            <a:off x="8266614" y="936436"/>
            <a:ext cx="3286645" cy="5000738"/>
          </a:xfrm>
          <a:prstGeom prst="round2DiagRect">
            <a:avLst/>
          </a:prstGeom>
          <a:solidFill>
            <a:schemeClr val="accent3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任意多边形: 形状 113"/>
          <p:cNvSpPr/>
          <p:nvPr>
            <p:custDataLst>
              <p:tags r:id="rId13"/>
            </p:custDataLst>
          </p:nvPr>
        </p:nvSpPr>
        <p:spPr>
          <a:xfrm>
            <a:off x="8252044" y="921866"/>
            <a:ext cx="1244721" cy="698334"/>
          </a:xfrm>
          <a:custGeom>
            <a:avLst/>
            <a:gdLst>
              <a:gd name="connsiteX0" fmla="*/ 404267 w 918849"/>
              <a:gd name="connsiteY0" fmla="*/ 0 h 515266"/>
              <a:gd name="connsiteX1" fmla="*/ 918849 w 918849"/>
              <a:gd name="connsiteY1" fmla="*/ 0 h 515266"/>
              <a:gd name="connsiteX2" fmla="*/ 883786 w 918849"/>
              <a:gd name="connsiteY2" fmla="*/ 110570 h 515266"/>
              <a:gd name="connsiteX3" fmla="*/ 260077 w 918849"/>
              <a:gd name="connsiteY3" fmla="*/ 515266 h 515266"/>
              <a:gd name="connsiteX4" fmla="*/ 123658 w 918849"/>
              <a:gd name="connsiteY4" fmla="*/ 501804 h 515266"/>
              <a:gd name="connsiteX5" fmla="*/ 0 w 918849"/>
              <a:gd name="connsiteY5" fmla="*/ 464229 h 515266"/>
              <a:gd name="connsiteX6" fmla="*/ 0 w 918849"/>
              <a:gd name="connsiteY6" fmla="*/ 404267 h 515266"/>
              <a:gd name="connsiteX7" fmla="*/ 404267 w 918849"/>
              <a:gd name="connsiteY7" fmla="*/ 0 h 5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8849" h="515266">
                <a:moveTo>
                  <a:pt x="404267" y="0"/>
                </a:moveTo>
                <a:lnTo>
                  <a:pt x="918849" y="0"/>
                </a:lnTo>
                <a:lnTo>
                  <a:pt x="883786" y="110570"/>
                </a:lnTo>
                <a:cubicBezTo>
                  <a:pt x="781026" y="348393"/>
                  <a:pt x="540460" y="515266"/>
                  <a:pt x="260077" y="515266"/>
                </a:cubicBezTo>
                <a:cubicBezTo>
                  <a:pt x="213347" y="515266"/>
                  <a:pt x="167723" y="510631"/>
                  <a:pt x="123658" y="501804"/>
                </a:cubicBezTo>
                <a:lnTo>
                  <a:pt x="0" y="464229"/>
                </a:lnTo>
                <a:lnTo>
                  <a:pt x="0" y="404267"/>
                </a:lnTo>
                <a:cubicBezTo>
                  <a:pt x="0" y="180997"/>
                  <a:pt x="180997" y="0"/>
                  <a:pt x="404267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5" name="任意多边形: 形状 114"/>
          <p:cNvSpPr/>
          <p:nvPr>
            <p:custDataLst>
              <p:tags r:id="rId14"/>
            </p:custDataLst>
          </p:nvPr>
        </p:nvSpPr>
        <p:spPr>
          <a:xfrm>
            <a:off x="8252044" y="921866"/>
            <a:ext cx="723312" cy="1252006"/>
          </a:xfrm>
          <a:custGeom>
            <a:avLst/>
            <a:gdLst>
              <a:gd name="connsiteX0" fmla="*/ 404267 w 533817"/>
              <a:gd name="connsiteY0" fmla="*/ 0 h 923780"/>
              <a:gd name="connsiteX1" fmla="*/ 470236 w 533817"/>
              <a:gd name="connsiteY1" fmla="*/ 0 h 923780"/>
              <a:gd name="connsiteX2" fmla="*/ 480623 w 533817"/>
              <a:gd name="connsiteY2" fmla="*/ 18732 h 923780"/>
              <a:gd name="connsiteX3" fmla="*/ 533817 w 533817"/>
              <a:gd name="connsiteY3" fmla="*/ 276652 h 923780"/>
              <a:gd name="connsiteX4" fmla="*/ 120395 w 533817"/>
              <a:gd name="connsiteY4" fmla="*/ 887197 h 923780"/>
              <a:gd name="connsiteX5" fmla="*/ 0 w 533817"/>
              <a:gd name="connsiteY5" fmla="*/ 923780 h 923780"/>
              <a:gd name="connsiteX6" fmla="*/ 0 w 533817"/>
              <a:gd name="connsiteY6" fmla="*/ 404267 h 923780"/>
              <a:gd name="connsiteX7" fmla="*/ 404267 w 533817"/>
              <a:gd name="connsiteY7" fmla="*/ 0 h 923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817" h="923780">
                <a:moveTo>
                  <a:pt x="404267" y="0"/>
                </a:moveTo>
                <a:lnTo>
                  <a:pt x="470236" y="0"/>
                </a:lnTo>
                <a:lnTo>
                  <a:pt x="480623" y="18732"/>
                </a:lnTo>
                <a:cubicBezTo>
                  <a:pt x="514876" y="98006"/>
                  <a:pt x="533817" y="185164"/>
                  <a:pt x="533817" y="276652"/>
                </a:cubicBezTo>
                <a:cubicBezTo>
                  <a:pt x="533817" y="551117"/>
                  <a:pt x="363346" y="786606"/>
                  <a:pt x="120395" y="887197"/>
                </a:cubicBezTo>
                <a:lnTo>
                  <a:pt x="0" y="923780"/>
                </a:lnTo>
                <a:lnTo>
                  <a:pt x="0" y="404267"/>
                </a:lnTo>
                <a:cubicBezTo>
                  <a:pt x="0" y="180997"/>
                  <a:pt x="180997" y="0"/>
                  <a:pt x="404267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2" name="Freeform 8"/>
          <p:cNvSpPr/>
          <p:nvPr>
            <p:custDataLst>
              <p:tags r:id="rId15"/>
            </p:custDataLst>
          </p:nvPr>
        </p:nvSpPr>
        <p:spPr>
          <a:xfrm>
            <a:off x="10308539" y="5238840"/>
            <a:ext cx="1244721" cy="698334"/>
          </a:xfrm>
          <a:custGeom>
            <a:avLst/>
            <a:gdLst>
              <a:gd name="connsiteX0" fmla="*/ 658775 w 918852"/>
              <a:gd name="connsiteY0" fmla="*/ 1 h 515266"/>
              <a:gd name="connsiteX1" fmla="*/ 795193 w 918852"/>
              <a:gd name="connsiteY1" fmla="*/ 13461 h 515266"/>
              <a:gd name="connsiteX2" fmla="*/ 918852 w 918852"/>
              <a:gd name="connsiteY2" fmla="*/ 51036 h 515266"/>
              <a:gd name="connsiteX3" fmla="*/ 918852 w 918852"/>
              <a:gd name="connsiteY3" fmla="*/ 111000 h 515266"/>
              <a:gd name="connsiteX4" fmla="*/ 514584 w 918852"/>
              <a:gd name="connsiteY4" fmla="*/ 515266 h 515266"/>
              <a:gd name="connsiteX5" fmla="*/ 0 w 918852"/>
              <a:gd name="connsiteY5" fmla="*/ 515266 h 515266"/>
              <a:gd name="connsiteX6" fmla="*/ 35064 w 918852"/>
              <a:gd name="connsiteY6" fmla="*/ 404696 h 515266"/>
              <a:gd name="connsiteX7" fmla="*/ 658775 w 918852"/>
              <a:gd name="connsiteY7" fmla="*/ 1 h 5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8852" h="515266">
                <a:moveTo>
                  <a:pt x="658775" y="1"/>
                </a:moveTo>
                <a:cubicBezTo>
                  <a:pt x="705503" y="-1"/>
                  <a:pt x="751128" y="4633"/>
                  <a:pt x="795193" y="13461"/>
                </a:cubicBezTo>
                <a:lnTo>
                  <a:pt x="918852" y="51036"/>
                </a:lnTo>
                <a:lnTo>
                  <a:pt x="918852" y="111000"/>
                </a:lnTo>
                <a:cubicBezTo>
                  <a:pt x="918850" y="334268"/>
                  <a:pt x="737852" y="515267"/>
                  <a:pt x="514584" y="515266"/>
                </a:cubicBezTo>
                <a:lnTo>
                  <a:pt x="0" y="515266"/>
                </a:lnTo>
                <a:lnTo>
                  <a:pt x="35064" y="404696"/>
                </a:lnTo>
                <a:cubicBezTo>
                  <a:pt x="137824" y="166873"/>
                  <a:pt x="378391" y="1"/>
                  <a:pt x="658775" y="1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3" name="Freeform 9"/>
          <p:cNvSpPr/>
          <p:nvPr>
            <p:custDataLst>
              <p:tags r:id="rId16"/>
            </p:custDataLst>
          </p:nvPr>
        </p:nvSpPr>
        <p:spPr>
          <a:xfrm>
            <a:off x="10829948" y="4685169"/>
            <a:ext cx="723312" cy="1252006"/>
          </a:xfrm>
          <a:custGeom>
            <a:avLst/>
            <a:gdLst>
              <a:gd name="connsiteX0" fmla="*/ 533816 w 533816"/>
              <a:gd name="connsiteY0" fmla="*/ 0 h 923781"/>
              <a:gd name="connsiteX1" fmla="*/ 533815 w 533816"/>
              <a:gd name="connsiteY1" fmla="*/ 519513 h 923781"/>
              <a:gd name="connsiteX2" fmla="*/ 129549 w 533816"/>
              <a:gd name="connsiteY2" fmla="*/ 923779 h 923781"/>
              <a:gd name="connsiteX3" fmla="*/ 63580 w 533816"/>
              <a:gd name="connsiteY3" fmla="*/ 923781 h 923781"/>
              <a:gd name="connsiteX4" fmla="*/ 53192 w 533816"/>
              <a:gd name="connsiteY4" fmla="*/ 905046 h 923781"/>
              <a:gd name="connsiteX5" fmla="*/ 1 w 533816"/>
              <a:gd name="connsiteY5" fmla="*/ 647126 h 923781"/>
              <a:gd name="connsiteX6" fmla="*/ 413419 w 533816"/>
              <a:gd name="connsiteY6" fmla="*/ 36583 h 923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816" h="923781">
                <a:moveTo>
                  <a:pt x="533816" y="0"/>
                </a:moveTo>
                <a:lnTo>
                  <a:pt x="533815" y="519513"/>
                </a:lnTo>
                <a:cubicBezTo>
                  <a:pt x="533816" y="742784"/>
                  <a:pt x="352820" y="923779"/>
                  <a:pt x="129549" y="923779"/>
                </a:cubicBezTo>
                <a:lnTo>
                  <a:pt x="63580" y="923781"/>
                </a:lnTo>
                <a:lnTo>
                  <a:pt x="53192" y="905046"/>
                </a:lnTo>
                <a:cubicBezTo>
                  <a:pt x="18941" y="825774"/>
                  <a:pt x="-1" y="738614"/>
                  <a:pt x="1" y="647126"/>
                </a:cubicBezTo>
                <a:cubicBezTo>
                  <a:pt x="0" y="372663"/>
                  <a:pt x="170472" y="137174"/>
                  <a:pt x="413419" y="36583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6" name="椭圆 105"/>
          <p:cNvSpPr/>
          <p:nvPr>
            <p:custDataLst>
              <p:tags r:id="rId17"/>
            </p:custDataLst>
          </p:nvPr>
        </p:nvSpPr>
        <p:spPr>
          <a:xfrm>
            <a:off x="9359387" y="1438071"/>
            <a:ext cx="1086529" cy="1086529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序号1" descr="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"/>
          <p:cNvSpPr txBox="1"/>
          <p:nvPr>
            <p:custDataLst>
              <p:tags r:id="rId18"/>
            </p:custDataLst>
          </p:nvPr>
        </p:nvSpPr>
        <p:spPr>
          <a:xfrm flipH="1">
            <a:off x="9366672" y="1536941"/>
            <a:ext cx="1135443" cy="8939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2800" b="1" spc="3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704020202020204" pitchFamily="34" charset="0"/>
                <a:ea typeface="微软雅黑" charset="-122"/>
                <a:cs typeface="Montserrat Black"/>
              </a:rPr>
              <a:t>02</a:t>
            </a:r>
            <a:endParaRPr lang="en-US" sz="2800" b="1" spc="3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704020202020204" pitchFamily="34" charset="0"/>
              <a:ea typeface="微软雅黑" charset="-122"/>
              <a:cs typeface="Montserrat Black"/>
            </a:endParaRPr>
          </a:p>
        </p:txBody>
      </p:sp>
      <p:sp>
        <p:nvSpPr>
          <p:cNvPr id="108" name="TextBox 21"/>
          <p:cNvSpPr txBox="1"/>
          <p:nvPr>
            <p:custDataLst>
              <p:tags r:id="rId19"/>
            </p:custDataLst>
          </p:nvPr>
        </p:nvSpPr>
        <p:spPr>
          <a:xfrm flipH="1">
            <a:off x="8347791" y="3450855"/>
            <a:ext cx="3136779" cy="204816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704020202020204" pitchFamily="34" charset="0"/>
                <a:ea typeface="微软雅黑" charset="-122"/>
              </a:rPr>
              <a:t>流程图: [登录平台] -&gt; [查看驾驶舱] -&gt; [查询/导出</a:t>
            </a:r>
            <a:r>
              <a:rPr lang="zh-CN" altLang="en-US" sz="2000" spc="12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704020202020204" pitchFamily="34" charset="0"/>
                <a:ea typeface="微软雅黑" charset="-122"/>
              </a:rPr>
              <a:t>信息]</a:t>
            </a:r>
            <a:endParaRPr lang="zh-CN" altLang="en-US" sz="2000" spc="120">
              <a:solidFill>
                <a:schemeClr val="dk1">
                  <a:lumMod val="85000"/>
                  <a:lumOff val="15000"/>
                </a:schemeClr>
              </a:solidFill>
              <a:uFillTx/>
              <a:latin typeface="Arial" panose="020B0704020202020204" pitchFamily="34" charset="0"/>
              <a:ea typeface="微软雅黑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704020202020204" pitchFamily="34" charset="0"/>
                <a:ea typeface="微软雅黑" charset="-122"/>
              </a:rPr>
              <a:t>核心职责: 获取信息，辅助决策。</a:t>
            </a:r>
            <a:endParaRPr lang="zh-CN" altLang="en-US" sz="2000" spc="120">
              <a:solidFill>
                <a:schemeClr val="dk1">
                  <a:lumMod val="85000"/>
                  <a:lumOff val="15000"/>
                </a:schemeClr>
              </a:solidFill>
              <a:uFillTx/>
              <a:latin typeface="Arial" panose="020B0704020202020204" pitchFamily="34" charset="0"/>
              <a:ea typeface="微软雅黑" charset="-122"/>
            </a:endParaRPr>
          </a:p>
        </p:txBody>
      </p:sp>
      <p:sp>
        <p:nvSpPr>
          <p:cNvPr id="109" name="Rectangle 29"/>
          <p:cNvSpPr/>
          <p:nvPr>
            <p:custDataLst>
              <p:tags r:id="rId20"/>
            </p:custDataLst>
          </p:nvPr>
        </p:nvSpPr>
        <p:spPr>
          <a:xfrm flipH="1">
            <a:off x="8252044" y="2659896"/>
            <a:ext cx="3330356" cy="748289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300" b="1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704020202020204" pitchFamily="34" charset="0"/>
                <a:ea typeface="微软雅黑" charset="-122"/>
              </a:rPr>
              <a:t>阅读者 (知识的消费者)</a:t>
            </a:r>
            <a:endParaRPr lang="zh-CN" altLang="en-US" sz="2300" b="1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Arial" panose="020B0704020202020204" pitchFamily="34" charset="0"/>
              <a:ea typeface="微软雅黑" charset="-122"/>
            </a:endParaRPr>
          </a:p>
        </p:txBody>
      </p:sp>
      <p:sp>
        <p:nvSpPr>
          <p:cNvPr id="8" name="矩形 7"/>
          <p:cNvSpPr/>
          <p:nvPr>
            <p:custDataLst>
              <p:tags r:id="rId21"/>
            </p:custDataLst>
          </p:nvPr>
        </p:nvSpPr>
        <p:spPr>
          <a:xfrm>
            <a:off x="698460" y="3810031"/>
            <a:ext cx="762006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05256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457155" y="152400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1" spc="180"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sym typeface="+mn-ea"/>
              </a:rPr>
              <a:t>驾驶舱</a:t>
            </a:r>
            <a:endParaRPr lang="zh-CN" altLang="en-US" sz="3400" b="1" spc="180">
              <a:solidFill>
                <a:schemeClr val="lt1"/>
              </a:solidFill>
              <a:uFillTx/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3" name="Title 6"/>
          <p:cNvSpPr txBox="1"/>
          <p:nvPr>
            <p:custDataLst>
              <p:tags r:id="rId3"/>
            </p:custDataLst>
          </p:nvPr>
        </p:nvSpPr>
        <p:spPr>
          <a:xfrm>
            <a:off x="7258048" y="1523365"/>
            <a:ext cx="4476750" cy="408432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704020202020204"/>
              <a:buNone/>
            </a:pPr>
            <a:r>
              <a:rPr lang="zh-CN" altLang="en-US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全局在握：全机组健康驾驶舱</a:t>
            </a:r>
            <a:endParaRPr lang="zh-CN" altLang="en-US" sz="22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  <a:p>
            <a:pPr marL="736600" lvl="1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704020202020204" pitchFamily="34" charset="0"/>
              <a:buChar char="○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宏观KPI统计: 正常、关注、告警数量一目了然。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marL="736600" lvl="1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704020202020204" pitchFamily="34" charset="0"/>
              <a:buChar char="○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实时状态列表: 所有风机最新状态尽收眼底，可快速筛选“问题机组”。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marL="736600" lvl="1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704020202020204" pitchFamily="34" charset="0"/>
              <a:buChar char="○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主动发现问题: 从被动响应，转变为主动管理，第一时间定位风险。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pic>
        <p:nvPicPr>
          <p:cNvPr id="3" name="图片 2" descr="/Users/jdddp/Library/Containers/com.kingsoft.wpsoffice.mac/Data/tmp/photoeditapp/20260319125415/temp.pngtem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68183"/>
            <a:ext cx="7258050" cy="2921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05256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457155" y="152400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1" spc="180">
                <a:solidFill>
                  <a:schemeClr val="lt1"/>
                </a:solidFill>
                <a:uFillTx/>
                <a:latin typeface="微软雅黑" charset="-122"/>
                <a:ea typeface="微软雅黑" charset="-122"/>
                <a:sym typeface="+mn-ea"/>
              </a:rPr>
              <a:t>风机历史档案</a:t>
            </a:r>
            <a:endParaRPr lang="zh-CN" altLang="en-US" sz="3400" b="1" spc="180">
              <a:solidFill>
                <a:schemeClr val="lt1"/>
              </a:solidFill>
              <a:uFillTx/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2" name="Title 6"/>
          <p:cNvSpPr txBox="1"/>
          <p:nvPr>
            <p:custDataLst>
              <p:tags r:id="rId3"/>
            </p:custDataLst>
          </p:nvPr>
        </p:nvSpPr>
        <p:spPr>
          <a:xfrm>
            <a:off x="7087235" y="1094740"/>
            <a:ext cx="5104765" cy="6915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zh-CN" altLang="en-US" sz="2000" b="1" i="0" spc="240" noProof="0">
                <a:ln w="3175">
                  <a:noFill/>
                  <a:prstDash val="dash"/>
                </a:ln>
                <a:solidFill>
                  <a:schemeClr val="dk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深度追溯：单台风机“</a:t>
            </a:r>
            <a:r>
              <a:rPr kumimoji="0" lang="zh-CN" altLang="en-US" sz="2000" b="1" i="0" spc="240" noProof="0">
                <a:ln w="3175">
                  <a:noFill/>
                  <a:prstDash val="dash"/>
                </a:ln>
                <a:solidFill>
                  <a:schemeClr val="dk1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监测报告”</a:t>
            </a:r>
            <a:endParaRPr kumimoji="0" lang="zh-CN" altLang="en-US" sz="2000" b="1" i="0" spc="240" noProof="0">
              <a:ln w="3175">
                <a:noFill/>
                <a:prstDash val="dash"/>
              </a:ln>
              <a:solidFill>
                <a:schemeClr val="dk1"/>
              </a:solidFill>
              <a:effectLst/>
              <a:uLnTx/>
              <a:uFillTx/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6875143" y="2324087"/>
            <a:ext cx="5104746" cy="2209927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81000" lvl="0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完整历史时间线: 从安装至今的所有</a:t>
            </a:r>
            <a:r>
              <a:rPr lang="zh-CN" altLang="en-US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关键记录，按时间倒序清晰呈现。</a:t>
            </a:r>
            <a:endParaRPr lang="zh-CN" altLang="en-US" sz="22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  <a:p>
            <a:pPr marL="381000" lvl="0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图文并茂: 专家的每一条文字描述，都可附带相关的图片或文档。</a:t>
            </a:r>
            <a:endParaRPr lang="zh-CN" altLang="en-US" sz="22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pic>
        <p:nvPicPr>
          <p:cNvPr id="2" name="图片 1" descr="/Users/jdddp/Library/Containers/com.kingsoft.wpsoffice.mac/Data/tmp/photoeditapp/20260319125627/temp.pngtem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42135"/>
            <a:ext cx="6875145" cy="346837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1371_1*i*4"/>
  <p:tag name="KSO_WM_TEMPLATE_CATEGORY" val="diagram"/>
  <p:tag name="KSO_WM_TEMPLATE_INDEX" val="20201371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371_1*i*1"/>
  <p:tag name="KSO_WM_TEMPLATE_CATEGORY" val="diagram"/>
  <p:tag name="KSO_WM_TEMPLATE_INDEX" val="2020137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15"/>
  <p:tag name="KSO_WM_UNIT_FILL_TYPE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371_1*i*2"/>
  <p:tag name="KSO_WM_TEMPLATE_CATEGORY" val="diagram"/>
  <p:tag name="KSO_WM_TEMPLATE_INDEX" val="20201371"/>
  <p:tag name="KSO_WM_UNIT_LAYERLEVEL" val="1"/>
  <p:tag name="KSO_WM_TAG_VERSION" val="1.0"/>
  <p:tag name="KSO_WM_BEAUTIFY_FLAG" val="#wm#"/>
  <p:tag name="KSO_WM_UNIT_FILL_FORE_SCHEMECOLOR_INDEX_BRIGHTNESS" val="-0.05"/>
  <p:tag name="KSO_WM_UNIT_FILL_FORE_SCHEMECOLOR_INDEX" val="14"/>
  <p:tag name="KSO_WM_UNIT_FILL_TYPE" val="1"/>
  <p:tag name="KSO_WM_UNIT_SHADOW_SCHEMECOLOR_INDEX_BRIGHTNESS" val="0.05"/>
  <p:tag name="KSO_WM_UNIT_SHADOW_SCHEMECOLOR_INDEX" val="1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371_1*i*3"/>
  <p:tag name="KSO_WM_TEMPLATE_CATEGORY" val="diagram"/>
  <p:tag name="KSO_WM_TEMPLATE_INDEX" val="20201371"/>
  <p:tag name="KSO_WM_UNIT_LAYERLEVEL" val="1"/>
  <p:tag name="KSO_WM_TAG_VERSION" val="1.0"/>
  <p:tag name="KSO_WM_BEAUTIFY_FLAG" val="#wm#"/>
  <p:tag name="KSO_WM_UNIT_FILL_FORE_SCHEMECOLOR_INDEX_BRIGHTNESS" val="-0.05"/>
  <p:tag name="KSO_WM_UNIT_FILL_FORE_SCHEMECOLOR_INDEX" val="14"/>
  <p:tag name="KSO_WM_UNIT_FILL_TYPE" val="1"/>
  <p:tag name="KSO_WM_UNIT_SHADOW_SCHEMECOLOR_INDEX_BRIGHTNESS" val="0.05"/>
  <p:tag name="KSO_WM_UNIT_SHADOW_SCHEMECOLOR_INDEX" val="13"/>
</p:tagLst>
</file>

<file path=ppt/tags/tag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31_1*f*1"/>
  <p:tag name="KSO_WM_TEMPLATE_CATEGORY" val="diagram"/>
  <p:tag name="KSO_WM_TEMPLATE_INDEX" val="2021583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68"/>
  <p:tag name="KSO_WM_UNIT_SHOW_EDIT_AREA_INDICATION" val="1"/>
  <p:tag name="KSO_WM_CHIP_GROUPID" val="5e6b05596848fb12bee65ac8"/>
  <p:tag name="KSO_WM_CHIP_XID" val="5e6b05596848fb12bee65aca"/>
  <p:tag name="KSO_WM_UNIT_DEC_AREA_ID" val="782641bb964c461d96736c19b301472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2c29564de6845c492d6a8601ea493d0"/>
  <p:tag name="KSO_WM_UNIT_TEXT_FILL_FORE_SCHEMECOLOR_INDEX_BRIGHTNESS" val="0.25"/>
  <p:tag name="KSO_WM_UNIT_TEXT_FILL_FORE_SCHEMECOLOR_INDEX" val="13"/>
  <p:tag name="KSO_WM_UNIT_TEXT_FILL_TYPE" val="1"/>
  <p:tag name="KSO_WM_TEMPLATE_ASSEMBLE_XID" val="60656fa84054ed1e2fb80e7b"/>
  <p:tag name="KSO_WM_TEMPLATE_ASSEMBLE_GROUPID" val="60656fa84054ed1e2fb80e7b"/>
</p:tagLst>
</file>

<file path=ppt/tags/tag6.xml><?xml version="1.0" encoding="utf-8"?>
<p:tagLst xmlns:p="http://schemas.openxmlformats.org/presentationml/2006/main">
  <p:tag name="KSO_WM_SLIDE_ID" val="diagram20201371_1"/>
  <p:tag name="KSO_WM_TEMPLATE_SUBCATEGORY" val="0"/>
  <p:tag name="KSO_WM_SLIDE_TYPE" val="text"/>
  <p:tag name="KSO_WM_SLIDE_SUBTYPE" val="pureTxt"/>
  <p:tag name="KSO_WM_SLIDE_ITEM_CNT" val="0"/>
  <p:tag name="KSO_WM_SLIDE_INDEX" val="1"/>
  <p:tag name="KSO_WM_SLIDE_SIZE" val="960*540"/>
  <p:tag name="KSO_WM_SLIDE_POSITION" val="0*0"/>
  <p:tag name="KSO_WM_TAG_VERSION" val="1.0"/>
  <p:tag name="KSO_WM_BEAUTIFY_FLAG" val="#wm#"/>
  <p:tag name="KSO_WM_TEMPLATE_CATEGORY" val="diagram"/>
  <p:tag name="KSO_WM_TEMPLATE_INDEX" val="20201371"/>
  <p:tag name="KSO_WM_SLIDE_LAYOUT" val="a"/>
  <p:tag name="KSO_WM_SLIDE_LAYOUT_CNT" val="1"/>
  <p:tag name="KSO_WM_TEMPLATE_MASTER_TYPE" val="0"/>
  <p:tag name="KSO_WM_TEMPLATE_COLOR_TYPE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557_1*i*1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f43db63a1bf644c78865d15c43542aff"/>
  <p:tag name="KSO_WM_UNIT_DECORATE_INFO" val="{&quot;ReferentInfo&quot;:{&quot;Id&quot;:&quot;slide&quot;,&quot;X&quot;:{&quot;Pos&quot;:1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ef2fbd8f1c417157da4526e"/>
  <p:tag name="KSO_WM_CHIP_XID" val="5ef2fbd8f1c417157da4526f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368"/>
  <p:tag name="KSO_WM_TEMPLATE_ASSEMBLE_XID" val="60656e7b4054ed1e2fb7f9ba"/>
  <p:tag name="KSO_WM_TEMPLATE_ASSEMBLE_GROUPID" val="60656e7b4054ed1e2fb7f9ba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557_1*i*2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fc6aae100d546ff901883ad23056572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1}"/>
  <p:tag name="KSO_WM_CHIP_GROUPID" val="5ef2fbd8f1c417157da4526e"/>
  <p:tag name="KSO_WM_CHIP_XID" val="5ef2fbd8f1c417157da4526f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552"/>
  <p:tag name="KSO_WM_TEMPLATE_ASSEMBLE_XID" val="60656e7b4054ed1e2fb7f9ba"/>
  <p:tag name="KSO_WM_TEMPLATE_ASSEMBLE_GROUPID" val="60656e7b4054ed1e2fb7f9ba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8557_1*i*3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535f6c6c1df4e639245ebd192f17f4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db1ada81bbf14f0abd7a995662501014&quot;,&quot;X&quot;:{&quot;Pos&quot;:1},&quot;Y&quot;:{&quot;Pos&quot;:1}},&quot;whChangeMode&quot;:0}"/>
  <p:tag name="KSO_WM_CHIP_GROUPID" val="5ef2fbd8f1c417157da4526e"/>
  <p:tag name="KSO_WM_CHIP_XID" val="5ef2fbd8f1c417157da4526f"/>
  <p:tag name="KSO_WM_UNIT_FILL_FORE_SCHEMECOLOR_INDEX_BRIGHTNESS" val="0"/>
  <p:tag name="KSO_WM_UNIT_FILL_FORE_SCHEMECOLOR_INDEX" val="16"/>
  <p:tag name="KSO_WM_UNIT_FILL_TYPE" val="1"/>
  <p:tag name="KSO_WM_UNIT_SHADOW_SCHEMECOLOR_INDEX_BRIGHTNESS" val="0.05"/>
  <p:tag name="KSO_WM_UNIT_SHADOW_SCHEMECOLOR_INDEX" val="13"/>
  <p:tag name="KSO_WM_UNIT_TEXT_FILL_FORE_SCHEMECOLOR_INDEX_BRIGHTNESS" val="0"/>
  <p:tag name="KSO_WM_UNIT_TEXT_FILL_FORE_SCHEMECOLOR_INDEX" val="14"/>
  <p:tag name="KSO_WM_UNIT_TEXT_FILL_TYPE" val="1"/>
  <p:tag name="KSO_WM_UNIT_VALUE" val="840"/>
  <p:tag name="KSO_WM_TEMPLATE_ASSEMBLE_XID" val="60656e7b4054ed1e2fb7f9ba"/>
  <p:tag name="KSO_WM_TEMPLATE_ASSEMBLE_GROUPID" val="60656e7b4054ed1e2fb7f9ba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557_1*a*1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PRESET_TEXT" val="单击添加大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381492a5ea146c5ae329fc626d91fe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70cee656157447a694cf5bf5ffa69147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0656e7b4054ed1e2fb7f9ba"/>
  <p:tag name="KSO_WM_TEMPLATE_ASSEMBLE_GROUPID" val="60656e7b4054ed1e2fb7f9ba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770_3*l_h_i*1_1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SHADOW_SCHEMECOLOR_INDEX_BRIGHTNESS" val="-0.25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2.xml><?xml version="1.0" encoding="utf-8"?>
<p:tagLst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770_3*l_h_f*1_1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28770_3*l_h_i*1_1_2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770_3*l_h_i*1_1_3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770_3*l_h_i*1_2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.25"/>
  <p:tag name="KSO_WM_UNIT_FILL_FORE_SCHEMECOLOR_INDEX" val="13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6.xml><?xml version="1.0" encoding="utf-8"?>
<p:tagLst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770_3*l_h_f*1_2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28770_3*l_h_i*1_2_3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ID" val="diagram20228770_3*l_h_i*1_2_2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28770_3*l_h_i*1_3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SHADOW_SCHEMECOLOR_INDEX_BRIGHTNESS" val="-0.25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0.xml><?xml version="1.0" encoding="utf-8"?>
<p:tagLst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8770_3*l_h_f*1_3_1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28770_3*l_h_i*1_3_3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ID" val="diagram20228770_3*l_h_i*1_3_2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28770_3*l_h_i*1_4_3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ID" val="diagram20228770_3*l_h_i*1_4_2"/>
  <p:tag name="KSO_WM_TEMPLATE_CATEGORY" val="diagram"/>
  <p:tag name="KSO_WM_TEMPLATE_INDEX" val="2022877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93.14511811023624,&quot;left&quot;:101.1703937007874,&quot;top&quot;:180,&quot;width&quot;:820.0439370078741}"/>
</p:tagLst>
</file>

<file path=ppt/tags/tag25.xml><?xml version="1.0" encoding="utf-8"?>
<p:tagLst xmlns:p="http://schemas.openxmlformats.org/presentationml/2006/main">
  <p:tag name="KSO_WM_BEAUTIFY_FLAG" val="#wm#"/>
  <p:tag name="KSO_WM_TEMPLATE_CATEGORY" val="diagram"/>
  <p:tag name="KSO_WM_TEMPLATE_INDEX" val="20208557"/>
  <p:tag name="KSO_WM_SLIDE_ID" val="diagram2020855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540"/>
  <p:tag name="KSO_WM_SLIDE_POSITION" val="0*0"/>
  <p:tag name="KSO_WM_TAG_VERSION" val="1.0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1:36&quot;,&quot;maxSize&quot;:{&quot;size1&quot;:24.4},&quot;minSize&quot;:{&quot;size1&quot;:22.4},&quot;normalSize&quot;:{&quot;size1&quot;:22.4},&quot;subLayout&quot;:[{&quot;id&quot;:&quot;2021-04-01T15:01:36&quot;,&quot;margin&quot;:{&quot;bottom&quot;:0.02600000612437725,&quot;left&quot;:2.5399999618530273,&quot;right&quot;:9.313000679016113,&quot;top&quot;:2.117000102996826},&quot;type&quot;:0},{&quot;id&quot;:&quot;2021-04-01T15:01:36&quot;,&quot;margin&quot;:{&quot;bottom&quot;:2.9629998207092285,&quot;left&quot;:2.5399999618530273,&quot;right&quot;:2.5399999618530273,&quot;top&quot;:2.0899999141693115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big_font&quot;:true,&quot;fill_id&quot;:&quot;a6a0dfab663e44c2ba920b65ae69ae35&quot;,&quot;fill_align&quot;:&quot;lm&quot;,&quot;chip_types&quot;:[&quot;header&quot;]},{&quot;text_align&quot;:&quot;lm&quot;,&quot;text_direction&quot;:&quot;horizontal&quot;,&quot;support_features&quot;:[&quot;collage&quot;,&quot;carousel&quot;],&quot;support_big_font&quot;:true,&quot;fill_id&quot;:&quot;374ccdda6b66494bba78fc484e66cf01&quot;,&quot;fill_align&quot;:&quot;cm&quot;,&quot;chip_types&quot;:[&quot;diagram&quot;,&quot;pictext&quot;,&quot;text&quot;,&quot;picture&quot;,&quot;chart&quot;,&quot;table&quot;,&quot;video&quot;]}]]"/>
  <p:tag name="KSO_WM_CHIP_XID" val="5ef2fbd8f1c417157da4526f"/>
  <p:tag name="KSO_WM_CHIP_DECFILLPROP" val="[]"/>
  <p:tag name="KSO_WM_CHIP_GROUPID" val="5ef2fbd8f1c417157da4526e"/>
  <p:tag name="KSO_WM_SLIDE_BK_DARK_LIGHT" val="2"/>
  <p:tag name="KSO_WM_SLIDE_BACKGROUND_TYPE" val="general"/>
  <p:tag name="KSO_WM_SLIDE_SUPPORT_FEATURE_TYPE" val="3"/>
  <p:tag name="KSO_WM_TEMPLATE_ASSEMBLE_XID" val="60656e7b4054ed1e2fb7f9ba"/>
  <p:tag name="KSO_WM_TEMPLATE_ASSEMBLE_GROUPID" val="60656e7b4054ed1e2fb7f9ba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1081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1081"/>
  <p:tag name="KSO_WM_UNIT_VALUE" val="650"/>
  <p:tag name="KSO_WM_TEMPLATE_ASSEMBLE_XID" val="60656ea74054ed1e2fb7fd1f"/>
  <p:tag name="KSO_WM_TEMPLATE_ASSEMBLE_GROUPID" val="60656ea74054ed1e2fb7fd1f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1081_1*i*2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DEC_AREA_ID" val="c29328e584124cc2a0dd0250f1a4fe0a"/>
  <p:tag name="KSO_WM_CHIP_GROUPID" val="5ed7466bafe44fab1839bd3a"/>
  <p:tag name="KSO_WM_CHIP_XID" val="5ed203c57ab0972fba70b22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TEMPLATE_ASSEMBLE_XID" val="60656ea74054ed1e2fb7fd1f"/>
  <p:tag name="KSO_WM_TEMPLATE_ASSEMBLE_GROUPID" val="60656ea74054ed1e2fb7fd1f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1081_1*i*3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DEC_AREA_ID" val="c0200d132c754560be5c5585b8d4588d"/>
  <p:tag name="KSO_WM_CHIP_GROUPID" val="5ed7466bafe44fab1839bd3a"/>
  <p:tag name="KSO_WM_CHIP_XID" val="5ed203c57ab0972fba70b22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TEMPLATE_ASSEMBLE_XID" val="60656ea74054ed1e2fb7fd1f"/>
  <p:tag name="KSO_WM_TEMPLATE_ASSEMBLE_GROUPID" val="60656ea74054ed1e2fb7fd1f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11081_1*i*4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UNIT_DEC_AREA_ID" val="73fa9746dca74bddabbb662d28540912"/>
  <p:tag name="KSO_WM_CHIP_GROUPID" val="5ed7466bafe44fab1839bd3a"/>
  <p:tag name="KSO_WM_CHIP_XID" val="5ed203c57ab0972fba70b22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68"/>
  <p:tag name="KSO_WM_TEMPLATE_ASSEMBLE_XID" val="60656ea74054ed1e2fb7fd1f"/>
  <p:tag name="KSO_WM_TEMPLATE_ASSEMBLE_GROUPID" val="60656ea74054ed1e2fb7fd1f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1081_1*a*1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PRESET_TEXT" val="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dcefdcfc0364e11882144eec9080b7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a721450aeb6b467dbee868f840494115"/>
  <p:tag name="KSO_WM_UNIT_TEXT_FILL_FORE_SCHEMECOLOR_INDEX_BRIGHTNESS" val="0"/>
  <p:tag name="KSO_WM_UNIT_TEXT_FILL_FORE_SCHEMECOLOR_INDEX" val="13"/>
  <p:tag name="KSO_WM_UNIT_TEXT_FILL_TYPE" val="1"/>
  <p:tag name="KSO_WM_TEMPLATE_ASSEMBLE_XID" val="60656ea74054ed1e2fb7fd1f"/>
  <p:tag name="KSO_WM_TEMPLATE_ASSEMBLE_GROUPID" val="60656ea74054ed1e2fb7fd1f"/>
</p:tagLst>
</file>

<file path=ppt/tags/tag31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1081_1*f*1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04"/>
  <p:tag name="KSO_WM_UNIT_SHOW_EDIT_AREA_INDICATION" val="1"/>
  <p:tag name="KSO_WM_CHIP_GROUPID" val="5e6b05596848fb12bee65ac8"/>
  <p:tag name="KSO_WM_CHIP_XID" val="5e6b05596848fb12bee65aca"/>
  <p:tag name="KSO_WM_UNIT_DEC_AREA_ID" val="88f6ed639a2c407ab49d3210d4c79d9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38c7d38fa4544f9e97221ac854387c12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ea74054ed1e2fb7fd1f"/>
  <p:tag name="KSO_WM_TEMPLATE_ASSEMBLE_GROUPID" val="60656ea74054ed1e2fb7fd1f"/>
</p:tagLst>
</file>

<file path=ppt/tags/tag3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11081_1*f*2"/>
  <p:tag name="KSO_WM_TEMPLATE_CATEGORY" val="diagram"/>
  <p:tag name="KSO_WM_TEMPLATE_INDEX" val="202110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04"/>
  <p:tag name="KSO_WM_UNIT_SHOW_EDIT_AREA_INDICATION" val="1"/>
  <p:tag name="KSO_WM_CHIP_GROUPID" val="5e6b05596848fb12bee65ac8"/>
  <p:tag name="KSO_WM_CHIP_XID" val="5e6b05596848fb12bee65aca"/>
  <p:tag name="KSO_WM_UNIT_DEC_AREA_ID" val="14cc609229e3474d9e152a455bd7b660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6896e25f404e462ba33409f588c45c9e"/>
  <p:tag name="KSO_WM_UNIT_SUPPORT_UNIT_TYPE" val="[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a74054ed1e2fb7fd1f"/>
  <p:tag name="KSO_WM_TEMPLATE_ASSEMBLE_GROUPID" val="60656ea74054ed1e2fb7fd1f"/>
</p:tagLst>
</file>

<file path=ppt/tags/tag33.xml><?xml version="1.0" encoding="utf-8"?>
<p:tagLst xmlns:p="http://schemas.openxmlformats.org/presentationml/2006/main">
  <p:tag name="KSO_WM_BEAUTIFY_FLAG" val="#wm#"/>
  <p:tag name="KSO_WM_TEMPLATE_CATEGORY" val="diagram"/>
  <p:tag name="KSO_WM_TEMPLATE_INDEX" val="20211081"/>
  <p:tag name="KSO_WM_SLIDE_LAYOUT_INFO" val="{&quot;backgroundInfo&quot;:[{&quot;bottom&quot;:0,&quot;bottomAbs&quot;:false,&quot;left&quot;:0,&quot;leftAbs&quot;:false,&quot;right&quot;:0.5,&quot;rightAbs&quot;:false,&quot;top&quot;:0,&quot;topAbs&quot;:false,&quot;type&quot;:&quot;leftRight&quot;},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11:00&quot;,&quot;maxSize&quot;:{&quot;size1&quot;:33.79961447465466},&quot;minSize&quot;:{&quot;size1&quot;:33.79961447465466},&quot;normalSize&quot;:{&quot;size1&quot;:33.79961447465466},&quot;subLayout&quot;:[{&quot;id&quot;:&quot;2021-04-01T15:11:00&quot;,&quot;margin&quot;:{&quot;bottom&quot;:2.9629998207092285,&quot;left&quot;:1.6929999589920044,&quot;right&quot;:0,&quot;top&quot;:2.9629998207092285},&quot;type&quot;:0},{&quot;direction&quot;:1,&quot;id&quot;:&quot;2021-04-01T15:11:00&quot;,&quot;maxSize&quot;:{&quot;size1&quot;:41.59941763882147},&quot;minSize&quot;:{&quot;size1&quot;:41.59941763882147},&quot;normalSize&quot;:{&quot;size1&quot;:41.59941763882147},&quot;subLayout&quot;:[{&quot;id&quot;:&quot;2021-04-01T15:11:00&quot;,&quot;margin&quot;:{&quot;bottom&quot;:7.197000503540039,&quot;left&quot;:1.6929999589920044,&quot;right&quot;:0,&quot;top&quot;:6.349999904632568},&quot;type&quot;:0},{&quot;id&quot;:&quot;2021-04-01T15:11:00&quot;,&quot;margin&quot;:{&quot;bottom&quot;:2.9629998207092285,&quot;left&quot;:1.6929999589920044,&quot;right&quot;:1.6929999589920044,&quot;top&quot;:2.9629998207092285},&quot;type&quot;:0}],&quot;type&quot;:0}],&quot;type&quot;:0}"/>
  <p:tag name="KSO_WM_SLIDE_BACKGROUND" val="[&quot;leftRight&quot;,&quot;general&quot;]"/>
  <p:tag name="KSO_WM_SLIDE_RATIO" val="1.777778"/>
  <p:tag name="KSO_WM_CHIP_INFOS" val="{&quot;layout_type&quot;:&quot;leftright&quot;,&quot;layout_feature&quot;:2,&quot;tags&quot;:{&quot;style&quot;:[&quot;商务&quot;,&quot;简约&quot;,&quot;卡通&quot;,&quot;欧美风&quot;,&quot;黑板风&quot;,&quot;渐变风&quot;]},&quot;slide_type&quot;:[&quot;text&quot;],&quot;aspect_ratio&quot;:&quot;16:9&quot;,&quot;diagram&quot;:{&quot;type&quot;:[],&quot;direction&quot;:0,&quot;isSupportDecBetweenItems&quot;:false}}"/>
  <p:tag name="KSO_WM_CHIP_XID" val="5ed203c57ab0972fba70b229"/>
  <p:tag name="KSO_WM_CHIP_FILLPROP" val="[[{&quot;fill_id&quot;:&quot;91a4e7836c6d4155ad053c42651ba485&quot;,&quot;fill_align&quot;:&quot;cm&quot;,&quot;text_align&quot;:&quot;cm&quot;,&quot;text_direction&quot;:&quot;horizontal&quot;,&quot;chip_types&quot;:[&quot;header&quot;]},{&quot;fill_id&quot;:&quot;d8d47328ad0b4b23ad19654c6e197ee5&quot;,&quot;fill_align&quot;:&quot;cm&quot;,&quot;text_align&quot;:&quot;lm&quot;,&quot;text_direction&quot;:&quot;horizontal&quot;,&quot;chip_types&quot;:[&quot;text&quot;,&quot;picture&quot;]},{&quot;fill_id&quot;:&quot;d232afdae4364dcc930c0c19b5e28f45&quot;,&quot;fill_align&quot;:&quot;cm&quot;,&quot;text_align&quot;:&quot;lm&quot;,&quot;text_direction&quot;:&quot;horizontal&quot;,&quot;chip_types&quot;:[&quot;pictext&quot;,&quot;text&quot;,&quot;picture&quot;,&quot;chart&quot;,&quot;table&quot;,&quot;video&quot;],&quot;support_features&quot;:[&quot;collage&quot;,&quot;carousel&quot;]}]]"/>
  <p:tag name="KSO_WM_SLIDE_ID" val="diagram20211081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12*540"/>
  <p:tag name="KSO_WM_SLIDE_POSITION" val="0*0"/>
  <p:tag name="KSO_WM_TAG_VERSION" val="1.0"/>
  <p:tag name="KSO_WM_SLIDE_LAYOUT" val="a_f"/>
  <p:tag name="KSO_WM_SLIDE_LAYOUT_CNT" val="1_2"/>
  <p:tag name="KSO_WM_CHIP_GROUPID" val="5ed7466bafe44fab1839bd3a"/>
  <p:tag name="KSO_WM_SLIDE_BK_DARK_LIGHT" val="2"/>
  <p:tag name="KSO_WM_SLIDE_BACKGROUND_TYPE" val="leftRight"/>
  <p:tag name="KSO_WM_SLIDE_SUPPORT_FEATURE_TYPE" val="0"/>
  <p:tag name="KSO_WM_TEMPLATE_ASSEMBLE_XID" val="60656ea74054ed1e2fb7fd1f"/>
  <p:tag name="KSO_WM_TEMPLATE_ASSEMBLE_GROUPID" val="60656ea74054ed1e2fb7fd1f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475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4757"/>
  <p:tag name="KSO_WM_UNIT_VALUE" val="425"/>
  <p:tag name="KSO_WM_TEMPLATE_ASSEMBLE_XID" val="60656f9a4054ed1e2fb80d49"/>
  <p:tag name="KSO_WM_TEMPLATE_ASSEMBLE_GROUPID" val="60656f9a4054ed1e2fb80d49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4757_1*a*1"/>
  <p:tag name="KSO_WM_TEMPLATE_CATEGORY" val="diagram"/>
  <p:tag name="KSO_WM_TEMPLATE_INDEX" val="20214757"/>
  <p:tag name="KSO_WM_UNIT_LAYERLEVEL" val="1"/>
  <p:tag name="KSO_WM_TAG_VERSION" val="1.0"/>
  <p:tag name="KSO_WM_BEAUTIFY_FLAG" val="#wm#"/>
  <p:tag name="KSO_WM_UNIT_PRESET_TEXT" val="单击添加大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b6e4197f28b94dc5bf6713d32ce70be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1bdd91dcdfd14730952d27f96e3fd53b"/>
  <p:tag name="KSO_WM_UNIT_TEXT_FILL_FORE_SCHEMECOLOR_INDEX_BRIGHTNESS" val="0"/>
  <p:tag name="KSO_WM_UNIT_TEXT_FILL_FORE_SCHEMECOLOR_INDEX" val="13"/>
  <p:tag name="KSO_WM_UNIT_TEXT_FILL_TYPE" val="1"/>
  <p:tag name="KSO_WM_TEMPLATE_ASSEMBLE_XID" val="60656f9a4054ed1e2fb80d49"/>
  <p:tag name="KSO_WM_TEMPLATE_ASSEMBLE_GROUPID" val="60656f9a4054ed1e2fb80d49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16827_1*l_h_i*1_1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16827_1*l_h_i*1_1_3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16827_1*l_h_i*1_1_4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16827_1*l_h_i*1_1_5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6"/>
  <p:tag name="KSO_WM_UNIT_ID" val="diagram20216827_1*l_h_i*1_1_6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7"/>
  <p:tag name="KSO_WM_UNIT_ID" val="diagram20216827_1*l_h_i*1_1_7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16827_1*l_h_i*1_1_2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3.xml><?xml version="1.0" encoding="utf-8"?>
<p:tagLst xmlns:p="http://schemas.openxmlformats.org/presentationml/2006/main">
  <p:tag name="KSO_WM_UNIT_SUBTYPE" val="a"/>
  <p:tag name="KSO_WM_UNIT_PRESET_TEXT" val="单击此处输入你的正文，文字是您思想的提炼,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16827_1*l_h_f*1_1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VALUE" val="40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16827_1*l_h_a*1_1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VALUE" val="8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16827_1*l_h_i*1_2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16827_1*l_h_i*1_2_3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16827_1*l_h_i*1_2_4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5"/>
  <p:tag name="KSO_WM_UNIT_ID" val="diagram20216827_1*l_h_i*1_2_5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6"/>
  <p:tag name="KSO_WM_UNIT_ID" val="diagram20216827_1*l_h_i*1_2_6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7"/>
  <p:tag name="KSO_WM_UNIT_ID" val="diagram20216827_1*l_h_i*1_2_7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ID" val="diagram20216827_1*l_h_i*1_2_2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52.xml><?xml version="1.0" encoding="utf-8"?>
<p:tagLst xmlns:p="http://schemas.openxmlformats.org/presentationml/2006/main">
  <p:tag name="KSO_WM_UNIT_SUBTYPE" val="a"/>
  <p:tag name="KSO_WM_UNIT_PRESET_TEXT" val="单击此处输入你的正文，文字是您思想的提炼,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6827_1*l_h_f*1_2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VALUE" val="40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16827_1*l_h_a*1_2_1"/>
  <p:tag name="KSO_WM_TEMPLATE_CATEGORY" val="diagram"/>
  <p:tag name="KSO_WM_TEMPLATE_INDEX" val="20216827"/>
  <p:tag name="KSO_WM_UNIT_LAYERLEVEL" val="1_1_1"/>
  <p:tag name="KSO_WM_TAG_VERSION" val="1.0"/>
  <p:tag name="KSO_WM_BEAUTIFY_FLAG" val="#wm#"/>
  <p:tag name="KSO_WM_UNIT_VALUE" val="8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4.90622047244096,&quot;left&quot;:360,&quot;top&quot;:72.58787401574803,&quot;width&quot;:552}"/>
</p:tagLst>
</file>

<file path=ppt/tags/tag54.xml><?xml version="1.0" encoding="utf-8"?>
<p:tagLst xmlns:p="http://schemas.openxmlformats.org/presentationml/2006/main">
  <p:tag name="KSO_WM_UNIT_BLOCK" val="0"/>
  <p:tag name="KSO_WM_UNIT_DEC_AREA_ID" val="a4efb6af75c540a78e088d5cfc652fb6"/>
  <p:tag name="KSO_WM_UNIT_SM_LIMIT_TYPE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4757_1*i*2"/>
  <p:tag name="KSO_WM_TEMPLATE_CATEGORY" val="diagram"/>
  <p:tag name="KSO_WM_TEMPLATE_INDEX" val="20214757"/>
  <p:tag name="KSO_WM_UNIT_LAYERLEVEL" val="1"/>
  <p:tag name="KSO_WM_TAG_VERSION" val="1.0"/>
  <p:tag name="KSO_WM_BEAUTIFY_FLAG" val="#wm#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b6e4197f28b94dc5bf6713d32ce70be2&quot;,&quot;X&quot;:{&quot;Pos&quot;:0},&quot;Y&quot;:{&quot;Pos&quot;:2}},&quot;whChangeMode&quot;:0}"/>
  <p:tag name="KSO_WM_CHIP_GROUPID" val="5ecf646b86bf8da9b674017f"/>
  <p:tag name="KSO_WM_CHIP_XID" val="5ecf646b86bf8da9b674018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3"/>
  <p:tag name="KSO_WM_TEMPLATE_ASSEMBLE_XID" val="60656f9a4054ed1e2fb80d49"/>
  <p:tag name="KSO_WM_TEMPLATE_ASSEMBLE_GROUPID" val="60656f9a4054ed1e2fb80d49"/>
</p:tagLst>
</file>

<file path=ppt/tags/tag55.xml><?xml version="1.0" encoding="utf-8"?>
<p:tagLst xmlns:p="http://schemas.openxmlformats.org/presentationml/2006/main">
  <p:tag name="KSO_WM_BEAUTIFY_FLAG" val="#wm#"/>
  <p:tag name="KSO_WM_TEMPLATE_CATEGORY" val="diagram"/>
  <p:tag name="KSO_WM_TEMPLATE_INDEX" val="20214757"/>
  <p:tag name="KSO_WM_SLIDE_BACKGROUND" val="[&quot;leftRight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XID" val="5ecf646b86bf8da9b6740180"/>
  <p:tag name="KSO_WM_CHIP_FILLPROP" val="[[{&quot;fill_id&quot;:&quot;164c300f690d423ab1b6e3b65edb0bf9&quot;,&quot;fill_align&quot;:&quot;lb&quot;,&quot;text_align&quot;:&quot;lb&quot;,&quot;text_direction&quot;:&quot;horizontal&quot;,&quot;chip_types&quot;:[&quot;header&quot;]},{&quot;fill_id&quot;:&quot;722accd572074b41a2d4cf8c733c9957&quot;,&quot;fill_align&quot;:&quot;cm&quot;,&quot;text_align&quot;:&quot;lm&quot;,&quot;text_direction&quot;:&quot;horizontal&quot;,&quot;chip_types&quot;:[&quot;diagram&quot;,&quot;pictext&quot;,&quot;text&quot;,&quot;picture&quot;,&quot;chart&quot;,&quot;table&quot;,&quot;video&quot;],&quot;support_features&quot;:[&quot;collage&quot;,&quot;carousel&quot;]}]]"/>
  <p:tag name="KSO_WM_SLIDE_ID" val="diagram2021475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12*540"/>
  <p:tag name="KSO_WM_SLIDE_POSITION" val="0*0"/>
  <p:tag name="KSO_WM_TAG_VERSION" val="1.0"/>
  <p:tag name="KSO_WM_SLIDE_LAYOUT" val="a_d"/>
  <p:tag name="KSO_WM_SLIDE_LAYOUT_CNT" val="1_1"/>
  <p:tag name="KSO_WM_SLIDE_LAYOUT_INFO" val="{&quot;direction&quot;:1,&quot;id&quot;:&quot;2021-04-01T15:55:27&quot;,&quot;maxSize&quot;:{&quot;size1&quot;:32.49962281930493},&quot;minSize&quot;:{&quot;size1&quot;:32.49962281930493},&quot;normalSize&quot;:{&quot;size1&quot;:32.49962281930493},&quot;subLayout&quot;:[{&quot;backgroundInfo&quot;:[{&quot;bottom&quot;:0,&quot;bottomAbs&quot;:false,&quot;left&quot;:0,&quot;leftAbs&quot;:false,&quot;right&quot;:0,&quot;rightAbs&quot;:false,&quot;top&quot;:0,&quot;topAbs&quot;:false,&quot;type&quot;:&quot;leftRight&quot;}],&quot;id&quot;:&quot;2021-04-01T15:55:27&quot;,&quot;margin&quot;:{&quot;bottom&quot;:5.079999923706055,&quot;left&quot;:1.6929999589920044,&quot;right&quot;:1.6929999589920044,&quot;top&quot;:3.38700008392334},&quot;type&quot;:0},{&quot;id&quot;:&quot;2021-04-01T15:55:27&quot;,&quot;margin&quot;:{&quot;bottom&quot;:1.6929999589920044,&quot;left&quot;:1.6929999589920044,&quot;right&quot;:1.6929999589920044,&quot;top&quot;:1.6929999589920044},&quot;type&quot;:0}],&quot;type&quot;:0}"/>
  <p:tag name="KSO_WM_CHIP_GROUPID" val="5ecf646b86bf8da9b674017f"/>
  <p:tag name="KSO_WM_SLIDE_BK_DARK_LIGHT" val="2"/>
  <p:tag name="KSO_WM_SLIDE_BACKGROUND_TYPE" val="leftRight"/>
  <p:tag name="KSO_WM_SLIDE_SUPPORT_FEATURE_TYPE" val="3"/>
  <p:tag name="KSO_WM_TEMPLATE_ASSEMBLE_XID" val="60656f9a4054ed1e2fb80d49"/>
  <p:tag name="KSO_WM_TEMPLATE_ASSEMBLE_GROUPID" val="60656f9a4054ed1e2fb80d49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21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21"/>
  <p:tag name="KSO_WM_UNIT_VALUE" val="159"/>
  <p:tag name="KSO_WM_TEMPLATE_ASSEMBLE_XID" val="60656fc04054ed1e2fb80fac"/>
  <p:tag name="KSO_WM_TEMPLATE_ASSEMBLE_GROUPID" val="60656fc04054ed1e2fb80fac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21_1*a*1"/>
  <p:tag name="KSO_WM_TEMPLATE_CATEGORY" val="diagram"/>
  <p:tag name="KSO_WM_TEMPLATE_INDEX" val="2021582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6967b7cbfdd49db98dac943c921b42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fbfbb0fc61064a90acaa69246cc83bf9"/>
  <p:tag name="KSO_WM_UNIT_TEXT_FILL_FORE_SCHEMECOLOR_INDEX_BRIGHTNESS" val="0"/>
  <p:tag name="KSO_WM_UNIT_TEXT_FILL_FORE_SCHEMECOLOR_INDEX" val="13"/>
  <p:tag name="KSO_WM_UNIT_TEXT_FILL_TYPE" val="1"/>
  <p:tag name="KSO_WM_TEMPLATE_ASSEMBLE_XID" val="60656fc04054ed1e2fb80fac"/>
  <p:tag name="KSO_WM_TEMPLATE_ASSEMBLE_GROUPID" val="60656fc04054ed1e2fb80fac"/>
</p:tagLst>
</file>

<file path=ppt/tags/tag58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21_1*f*1"/>
  <p:tag name="KSO_WM_TEMPLATE_CATEGORY" val="diagram"/>
  <p:tag name="KSO_WM_TEMPLATE_INDEX" val="2021582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2"/>
  <p:tag name="KSO_WM_UNIT_SHOW_EDIT_AREA_INDICATION" val="1"/>
  <p:tag name="KSO_WM_CHIP_GROUPID" val="5e6b05596848fb12bee65ac8"/>
  <p:tag name="KSO_WM_CHIP_XID" val="5e6b05596848fb12bee65aca"/>
  <p:tag name="KSO_WM_UNIT_DEC_AREA_ID" val="b2e0fc33c8fb4226b2c7912eabade10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f236953d9354eba87d4571f82370dc3"/>
  <p:tag name="KSO_WM_UNIT_TEXT_FILL_FORE_SCHEMECOLOR_INDEX_BRIGHTNESS" val="0.25"/>
  <p:tag name="KSO_WM_UNIT_TEXT_FILL_FORE_SCHEMECOLOR_INDEX" val="13"/>
  <p:tag name="KSO_WM_UNIT_TEXT_FILL_TYPE" val="1"/>
  <p:tag name="KSO_WM_TEMPLATE_ASSEMBLE_XID" val="60656fc04054ed1e2fb80fac"/>
  <p:tag name="KSO_WM_TEMPLATE_ASSEMBLE_GROUPID" val="60656fc04054ed1e2fb80fac"/>
</p:tagLst>
</file>

<file path=ppt/tags/tag59.xml><?xml version="1.0" encoding="utf-8"?>
<p:tagLst xmlns:p="http://schemas.openxmlformats.org/presentationml/2006/main">
  <p:tag name="KSO_WM_BEAUTIFY_FLAG" val="#wm#"/>
  <p:tag name="KSO_WM_TEMPLATE_CATEGORY" val="diagram"/>
  <p:tag name="KSO_WM_TEMPLATE_INDEX" val="20215821"/>
  <p:tag name="KSO_WM_SLIDE_ID" val="diagram20215821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SLIDE_LAYOUT" val="a_d_f"/>
  <p:tag name="KSO_WM_SLIDE_LAYOUT_CNT" val="1_1_1"/>
  <p:tag name="KSO_WM_TEMPLATE_THUMBS_INDEX" val="1、4、7、12、13、14、15、16、17、18、20、24、25、28、33、36、40、43、44"/>
  <p:tag name="KSO_WM_SLIDE_SIZE" val="960*539"/>
  <p:tag name="KSO_WM_SLIDE_POSITION" val="0*0"/>
  <p:tag name="KSO_WM_SLIDE_LAYOUT_INFO" val="{&quot;id&quot;:&quot;2021-04-01T16:02:01&quot;,&quot;maxSize&quot;:{&quot;size1&quot;:13.2},&quot;minSize&quot;:{&quot;size1&quot;:13.2},&quot;normalSize&quot;:{&quot;size1&quot;:13.2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6:02:01&quot;,&quot;margin&quot;:{&quot;bottom&quot;:0.3970000147819519,&quot;left&quot;:1.2699999809265137,&quot;right&quot;:1.2699999809265137,&quot;top&quot;:0.4230000674724579},&quot;type&quot;:0},{&quot;direction&quot;:1,&quot;id&quot;:&quot;2021-04-01T16:02:01&quot;,&quot;maxSize&quot;:{&quot;size1&quot;:66.199979652445},&quot;minSize&quot;:{&quot;size1&quot;:38.79997965244498},&quot;normalSize&quot;:{&quot;size1&quot;:54.631229652444986},&quot;subLayout&quot;:[{&quot;id&quot;:&quot;2021-04-01T16:02:01&quot;,&quot;margin&quot;:{&quot;bottom&quot;:1.6929999589920044,&quot;left&quot;:1.6929999589920044,&quot;right&quot;:0.02600000612437725,&quot;top&quot;:1.720000147819519},&quot;type&quot;:0},{&quot;id&quot;:&quot;2021-04-01T16:02:01&quot;,&quot;margin&quot;:{&quot;bottom&quot;:1.6929999589920044,&quot;left&quot;:1.2430000305175781,&quot;right&quot;:1.6929999589920044,&quot;top&quot;:1.692999958992004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e8e478fb0c58a9422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features&quot;:[&quot;collage&quot;,&quot;carousel&quot;],&quot;support_big_font&quot;:false,&quot;picture_toward&quot;:0,&quot;picture_dockside&quot;:[],&quot;fill_id&quot;:&quot;dbd48f1022174d91a904003a42a44ec0&quot;,&quot;fill_align&quot;:&quot;cm&quot;,&quot;chip_types&quot;:[&quot;diagram&quot;,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6d37605f4ba842028aff7707b4ec7ce0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3"/>
  <p:tag name="KSO_WM_TEMPLATE_ASSEMBLE_XID" val="60656fc04054ed1e2fb80fac"/>
  <p:tag name="KSO_WM_TEMPLATE_ASSEMBLE_GROUPID" val="60656fc04054ed1e2fb80fac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22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22"/>
  <p:tag name="KSO_WM_UNIT_VALUE" val="159"/>
  <p:tag name="KSO_WM_TEMPLATE_ASSEMBLE_XID" val="60656fc04054ed1e2fb80fad"/>
  <p:tag name="KSO_WM_TEMPLATE_ASSEMBLE_GROUPID" val="60656fc04054ed1e2fb80fad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22_1*a*1"/>
  <p:tag name="KSO_WM_TEMPLATE_CATEGORY" val="diagram"/>
  <p:tag name="KSO_WM_TEMPLATE_INDEX" val="2021582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f118733aefc488d953e3beaf0bb3c2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32b722c0f124b429d743439a7e390d7"/>
  <p:tag name="KSO_WM_UNIT_TEXT_FILL_FORE_SCHEMECOLOR_INDEX_BRIGHTNESS" val="0"/>
  <p:tag name="KSO_WM_UNIT_TEXT_FILL_FORE_SCHEMECOLOR_INDEX" val="13"/>
  <p:tag name="KSO_WM_UNIT_TEXT_FILL_TYPE" val="1"/>
  <p:tag name="KSO_WM_TEMPLATE_ASSEMBLE_XID" val="60656fc04054ed1e2fb80fad"/>
  <p:tag name="KSO_WM_TEMPLATE_ASSEMBLE_GROUPID" val="60656fc04054ed1e2fb80fad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小标题"/>
  <p:tag name="KSO_WM_UNIT_NOCLEAR" val="0"/>
  <p:tag name="KSO_WM_UNIT_VALUE" val="23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diagram20215822_1*h_a*1_1"/>
  <p:tag name="KSO_WM_TEMPLATE_CATEGORY" val="diagram"/>
  <p:tag name="KSO_WM_TEMPLATE_INDEX" val="20215822"/>
  <p:tag name="KSO_WM_UNIT_LAYERLEVEL" val="1_1"/>
  <p:tag name="KSO_WM_TAG_VERSION" val="1.0"/>
  <p:tag name="KSO_WM_BEAUTIFY_FLAG" val="#wm#"/>
  <p:tag name="KSO_WM_UNIT_DEFAULT_FONT" val="18;24;2"/>
  <p:tag name="KSO_WM_UNIT_BLOCK" val="0"/>
  <p:tag name="KSO_WM_UNIT_SHOW_EDIT_AREA_INDICATION" val="1"/>
  <p:tag name="KSO_WM_CHIP_GROUPID" val="5e6b05b36848fb12bee65ad8"/>
  <p:tag name="KSO_WM_CHIP_XID" val="5e6b05b36848fb12bee65ada"/>
  <p:tag name="KSO_WM_UNIT_DEC_AREA_ID" val="e8ab7c3aaf3847cd9fa8d12fedad8e7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484ca96c05c42df8be1f77fa4884dba"/>
  <p:tag name="KSO_WM_UNIT_TEXT_FILL_FORE_SCHEMECOLOR_INDEX_BRIGHTNESS" val="0"/>
  <p:tag name="KSO_WM_UNIT_TEXT_FILL_FORE_SCHEMECOLOR_INDEX" val="13"/>
  <p:tag name="KSO_WM_UNIT_TEXT_FILL_TYPE" val="1"/>
  <p:tag name="KSO_WM_TEMPLATE_ASSEMBLE_XID" val="60656fc04054ed1e2fb80fad"/>
  <p:tag name="KSO_WM_TEMPLATE_ASSEMBLE_GROUPID" val="60656fc04054ed1e2fb80fad"/>
</p:tagLst>
</file>

<file path=ppt/tags/tag63.xml><?xml version="1.0" encoding="utf-8"?>
<p:tagLst xmlns:p="http://schemas.openxmlformats.org/presentationml/2006/main">
  <p:tag name="KSO_WM_UNIT_TEXT_SUBTYPE" val="a"/>
  <p:tag name="KSO_WM_UNIT_PRESET_TEXT" val="单击此处添加正文，文字是您思想的提炼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15822_1*h_f*1_1"/>
  <p:tag name="KSO_WM_TEMPLATE_CATEGORY" val="diagram"/>
  <p:tag name="KSO_WM_TEMPLATE_INDEX" val="20215822"/>
  <p:tag name="KSO_WM_UNIT_LAYERLEVEL" val="1_1"/>
  <p:tag name="KSO_WM_TAG_VERSION" val="1.0"/>
  <p:tag name="KSO_WM_BEAUTIFY_FLAG" val="#wm#"/>
  <p:tag name="KSO_WM_UNIT_SUBTYPE" val="a"/>
  <p:tag name="KSO_WM_UNIT_DEFAULT_FONT" val="14;20;2"/>
  <p:tag name="KSO_WM_UNIT_BLOCK" val="0"/>
  <p:tag name="KSO_WM_UNIT_VALUE" val="46"/>
  <p:tag name="KSO_WM_UNIT_SHOW_EDIT_AREA_INDICATION" val="1"/>
  <p:tag name="KSO_WM_CHIP_GROUPID" val="5e6b05b36848fb12bee65ad8"/>
  <p:tag name="KSO_WM_CHIP_XID" val="5e6b05b36848fb12bee65ada"/>
  <p:tag name="KSO_WM_UNIT_DEC_AREA_ID" val="22344ad7725f41c1a6c073662e14663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484ca96c05c42df8be1f77fa4884dba"/>
  <p:tag name="KSO_WM_UNIT_TEXT_FILL_FORE_SCHEMECOLOR_INDEX_BRIGHTNESS" val="0.25"/>
  <p:tag name="KSO_WM_UNIT_TEXT_FILL_FORE_SCHEMECOLOR_INDEX" val="13"/>
  <p:tag name="KSO_WM_UNIT_TEXT_FILL_TYPE" val="1"/>
  <p:tag name="KSO_WM_TEMPLATE_ASSEMBLE_XID" val="60656fc04054ed1e2fb80fad"/>
  <p:tag name="KSO_WM_TEMPLATE_ASSEMBLE_GROUPID" val="60656fc04054ed1e2fb80fad"/>
</p:tagLst>
</file>

<file path=ppt/tags/tag64.xml><?xml version="1.0" encoding="utf-8"?>
<p:tagLst xmlns:p="http://schemas.openxmlformats.org/presentationml/2006/main">
  <p:tag name="KSO_WM_BEAUTIFY_FLAG" val="#wm#"/>
  <p:tag name="KSO_WM_TEMPLATE_CATEGORY" val="diagram"/>
  <p:tag name="KSO_WM_TEMPLATE_INDEX" val="20215822"/>
  <p:tag name="KSO_WM_SLIDE_ID" val="diagram20215822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SLIDE_LAYOUT" val="a_d_h"/>
  <p:tag name="KSO_WM_SLIDE_LAYOUT_CNT" val="1_1_1"/>
  <p:tag name="KSO_WM_TEMPLATE_THUMBS_INDEX" val="1、4、7、12、13、14、15、16、17、18、20、24、25、28、33、36、40、43、44"/>
  <p:tag name="KSO_WM_SLIDE_SIZE" val="467.949*72.7"/>
  <p:tag name="KSO_WM_SLIDE_POSITION" val="444*286.8"/>
  <p:tag name="KSO_WM_SLIDE_LAYOUT_INFO" val="{&quot;id&quot;:&quot;2021-04-01T16:02:02&quot;,&quot;maxSize&quot;:{&quot;size1&quot;:13.2},&quot;minSize&quot;:{&quot;size1&quot;:13.2},&quot;normalSize&quot;:{&quot;size1&quot;:13.2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6:02:02&quot;,&quot;margin&quot;:{&quot;bottom&quot;:0.3970000147819519,&quot;left&quot;:1.2699999809265137,&quot;right&quot;:1.2699999809265137,&quot;top&quot;:0.4230000674724579},&quot;type&quot;:0},{&quot;direction&quot;:1,&quot;id&quot;:&quot;2021-04-01T16:02:02&quot;,&quot;maxSize&quot;:{&quot;size1&quot;:66.199979652445},&quot;minSize&quot;:{&quot;size1&quot;:38.79997965244498},&quot;normalSize&quot;:{&quot;size1&quot;:49.474979652444986},&quot;subLayout&quot;:[{&quot;id&quot;:&quot;2021-04-01T16:02:02&quot;,&quot;margin&quot;:{&quot;bottom&quot;:1.6929999589920044,&quot;left&quot;:1.6929999589920044,&quot;right&quot;:0.02600000612437725,&quot;top&quot;:1.720000147819519},&quot;type&quot;:0},{&quot;id&quot;:&quot;2021-04-01T16:02:02&quot;,&quot;margin&quot;:{&quot;bottom&quot;:1.6929999589920044,&quot;left&quot;:1.2430000305175781,&quot;right&quot;:1.6929999589920044,&quot;top&quot;:1.6929999589920044},&quot;maxSize&quot;:{&quot;size1&quot;:60.98028071088217},&quot;minSize&quot;:{&quot;size1&quot;:45.080280710882164},&quot;normalSize&quot;:{&quot;size1&quot;:51.73649337515935},&quot;subLayout&quot;:[{&quot;id&quot;:&quot;2021-04-01T16:02:02&quot;,&quot;margin&quot;:{&quot;bottom&quot;:0.04692952707409859,&quot;left&quot;:1.2430000305175781,&quot;right&quot;:1.6929999589920044,&quot;top&quot;:1.6929999589920044},&quot;type&quot;:0},{&quot;id&quot;:&quot;2021-04-01T16:02:02&quot;,&quot;margin&quot;:{&quot;bottom&quot;:1.6929999589920044,&quot;left&quot;:1.2430000305175781,&quot;right&quot;:1.6929999589920044,&quot;top&quot;:0.14886172115802765},&quot;type&quot;:0}]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e8e478fb0c58a9422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features&quot;:[&quot;collage&quot;,&quot;carousel&quot;],&quot;support_big_font&quot;:false,&quot;picture_toward&quot;:0,&quot;picture_dockside&quot;:[],&quot;fill_id&quot;:&quot;dbd48f1022174d91a904003a42a44ec0&quot;,&quot;fill_align&quot;:&quot;cm&quot;,&quot;chip_types&quot;:[&quot;diagram&quot;,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6d37605f4ba842028aff7707b4ec7ce0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3"/>
  <p:tag name="KSO_WM_TEMPLATE_ASSEMBLE_XID" val="60656fc04054ed1e2fb80fad"/>
  <p:tag name="KSO_WM_TEMPLATE_ASSEMBLE_GROUPID" val="60656fc04054ed1e2fb80fa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WPS 文字</Application>
  <PresentationFormat>宽屏</PresentationFormat>
  <Paragraphs>67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Segoe UI</vt:lpstr>
      <vt:lpstr>苹方-简</vt:lpstr>
      <vt:lpstr>汉仪旗黑</vt:lpstr>
      <vt:lpstr>Wingdings</vt:lpstr>
      <vt:lpstr>Montserrat Black</vt:lpstr>
      <vt:lpstr>Arial</vt:lpstr>
      <vt:lpstr>汉仪书宋二KW</vt:lpstr>
      <vt:lpstr>Calibri</vt:lpstr>
      <vt:lpstr>Helvetica Neue</vt:lpstr>
      <vt:lpstr>宋体</vt:lpstr>
      <vt:lpstr>Arial Unicode MS</vt:lpstr>
      <vt:lpstr>Thonburi</vt:lpstr>
      <vt:lpstr>Montserrat Black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姜大鹏</cp:lastModifiedBy>
  <cp:revision>17</cp:revision>
  <dcterms:created xsi:type="dcterms:W3CDTF">2026-03-19T04:56:31Z</dcterms:created>
  <dcterms:modified xsi:type="dcterms:W3CDTF">2026-03-19T04:56:31Z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2052-6.15.2.8936</vt:lpwstr>
  </property>
  <property fmtid="{D5CDD505-2E9C-101B-9397-08002B2CF9AE}" pid="3" name="ICV">
    <vt:lpwstr>226E3953BA6DE9EF0DB11E69E4F87654_43</vt:lpwstr>
  </property>
</Properties>
</file>